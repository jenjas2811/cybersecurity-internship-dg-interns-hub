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780813" y="1350168"/>
            <a:ext cx="5582364" cy="2057399"/>
            <a:chOff x="1780813" y="1350168"/>
            <a:chExt cx="5582364" cy="2057399"/>
          </a:xfrm>
        </p:grpSpPr>
        <p:sp>
          <p:nvSpPr>
            <p:cNvPr id="2" name="TextBox 1"/>
            <p:cNvSpPr txBox="1"/>
            <p:nvPr/>
          </p:nvSpPr>
          <p:spPr>
            <a:xfrm>
              <a:off x="1362136" y="1350168"/>
              <a:ext cx="6419718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400" b="1">
                  <a:solidFill>
                    <a:srgbClr val="22403B"/>
                  </a:solidFill>
                  <a:latin typeface="Roboto Slab"/>
                </a:rPr>
                <a:t>Networking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362136" y="2035968"/>
              <a:ext cx="6419718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400" b="1">
                  <a:solidFill>
                    <a:srgbClr val="22403B"/>
                  </a:solidFill>
                  <a:latin typeface="Roboto Slab"/>
                </a:rPr>
                <a:t>Fundamentals: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362136" y="2721767"/>
              <a:ext cx="6419718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400" b="1">
                  <a:solidFill>
                    <a:srgbClr val="22403B"/>
                  </a:solidFill>
                  <a:latin typeface="Roboto Slab"/>
                </a:rPr>
                <a:t>Technical Report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2621335" y="3579018"/>
            <a:ext cx="3901319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300" b="0">
                <a:solidFill>
                  <a:srgbClr val="22403B"/>
                </a:solidFill>
                <a:latin typeface="Roboto"/>
              </a:rPr>
              <a:t>Week 1 Assignment Analysis | DG Intern 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11076" y="2754801"/>
            <a:ext cx="988837" cy="197767"/>
          </a:xfrm>
          <a:custGeom>
            <a:avLst/>
            <a:gdLst/>
            <a:ahLst/>
            <a:cxnLst/>
            <a:rect l="0" t="0" r="0" b="0"/>
            <a:pathLst>
              <a:path w="988837" h="197767">
                <a:moveTo>
                  <a:pt x="0" y="0"/>
                </a:moveTo>
                <a:lnTo>
                  <a:pt x="988837" y="0"/>
                </a:lnTo>
                <a:lnTo>
                  <a:pt x="988837" y="197767"/>
                </a:lnTo>
                <a:lnTo>
                  <a:pt x="0" y="197767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11076" y="2754801"/>
            <a:ext cx="988835" cy="197767"/>
          </a:xfrm>
          <a:custGeom>
            <a:avLst/>
            <a:gdLst/>
            <a:ahLst/>
            <a:cxnLst/>
            <a:rect l="0" t="0" r="0" b="0"/>
            <a:pathLst>
              <a:path w="988835" h="197767">
                <a:moveTo>
                  <a:pt x="0" y="0"/>
                </a:moveTo>
                <a:lnTo>
                  <a:pt x="988835" y="0"/>
                </a:lnTo>
                <a:lnTo>
                  <a:pt x="988835" y="197767"/>
                </a:lnTo>
                <a:lnTo>
                  <a:pt x="0" y="197767"/>
                </a:lnTo>
                <a:lnTo>
                  <a:pt x="0" y="0"/>
                </a:lnTo>
                <a:close/>
              </a:path>
            </a:pathLst>
          </a:custGeom>
          <a:noFill/>
          <a:ln w="12358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099911" y="2754801"/>
            <a:ext cx="988837" cy="197767"/>
          </a:xfrm>
          <a:custGeom>
            <a:avLst/>
            <a:gdLst/>
            <a:ahLst/>
            <a:cxnLst/>
            <a:rect l="0" t="0" r="0" b="0"/>
            <a:pathLst>
              <a:path w="988837" h="197767">
                <a:moveTo>
                  <a:pt x="0" y="0"/>
                </a:moveTo>
                <a:lnTo>
                  <a:pt x="988837" y="0"/>
                </a:lnTo>
                <a:lnTo>
                  <a:pt x="988837" y="197767"/>
                </a:lnTo>
                <a:lnTo>
                  <a:pt x="0" y="197767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099911" y="2754801"/>
            <a:ext cx="988835" cy="197767"/>
          </a:xfrm>
          <a:custGeom>
            <a:avLst/>
            <a:gdLst/>
            <a:ahLst/>
            <a:cxnLst/>
            <a:rect l="0" t="0" r="0" b="0"/>
            <a:pathLst>
              <a:path w="988835" h="197767">
                <a:moveTo>
                  <a:pt x="0" y="0"/>
                </a:moveTo>
                <a:lnTo>
                  <a:pt x="988835" y="0"/>
                </a:lnTo>
                <a:lnTo>
                  <a:pt x="988835" y="197767"/>
                </a:lnTo>
                <a:lnTo>
                  <a:pt x="0" y="197767"/>
                </a:lnTo>
                <a:lnTo>
                  <a:pt x="0" y="0"/>
                </a:lnTo>
                <a:close/>
              </a:path>
            </a:pathLst>
          </a:custGeom>
          <a:noFill/>
          <a:ln w="12358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88746" y="2754801"/>
            <a:ext cx="988837" cy="197767"/>
          </a:xfrm>
          <a:custGeom>
            <a:avLst/>
            <a:gdLst/>
            <a:ahLst/>
            <a:cxnLst/>
            <a:rect l="0" t="0" r="0" b="0"/>
            <a:pathLst>
              <a:path w="988837" h="197767">
                <a:moveTo>
                  <a:pt x="0" y="0"/>
                </a:moveTo>
                <a:lnTo>
                  <a:pt x="988837" y="0"/>
                </a:lnTo>
                <a:lnTo>
                  <a:pt x="988837" y="197767"/>
                </a:lnTo>
                <a:lnTo>
                  <a:pt x="0" y="197767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088746" y="2754801"/>
            <a:ext cx="988835" cy="197767"/>
          </a:xfrm>
          <a:custGeom>
            <a:avLst/>
            <a:gdLst/>
            <a:ahLst/>
            <a:cxnLst/>
            <a:rect l="0" t="0" r="0" b="0"/>
            <a:pathLst>
              <a:path w="988835" h="197767">
                <a:moveTo>
                  <a:pt x="0" y="0"/>
                </a:moveTo>
                <a:lnTo>
                  <a:pt x="988835" y="0"/>
                </a:lnTo>
                <a:lnTo>
                  <a:pt x="988835" y="197767"/>
                </a:lnTo>
                <a:lnTo>
                  <a:pt x="0" y="197767"/>
                </a:lnTo>
                <a:lnTo>
                  <a:pt x="0" y="0"/>
                </a:lnTo>
                <a:close/>
              </a:path>
            </a:pathLst>
          </a:custGeom>
          <a:noFill/>
          <a:ln w="12358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077582" y="2754801"/>
            <a:ext cx="988837" cy="197767"/>
          </a:xfrm>
          <a:custGeom>
            <a:avLst/>
            <a:gdLst/>
            <a:ahLst/>
            <a:cxnLst/>
            <a:rect l="0" t="0" r="0" b="0"/>
            <a:pathLst>
              <a:path w="988837" h="197767">
                <a:moveTo>
                  <a:pt x="0" y="0"/>
                </a:moveTo>
                <a:lnTo>
                  <a:pt x="988837" y="0"/>
                </a:lnTo>
                <a:lnTo>
                  <a:pt x="988837" y="197767"/>
                </a:lnTo>
                <a:lnTo>
                  <a:pt x="0" y="197767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077582" y="2754801"/>
            <a:ext cx="988835" cy="197767"/>
          </a:xfrm>
          <a:custGeom>
            <a:avLst/>
            <a:gdLst/>
            <a:ahLst/>
            <a:cxnLst/>
            <a:rect l="0" t="0" r="0" b="0"/>
            <a:pathLst>
              <a:path w="988835" h="197767">
                <a:moveTo>
                  <a:pt x="0" y="0"/>
                </a:moveTo>
                <a:lnTo>
                  <a:pt x="988835" y="0"/>
                </a:lnTo>
                <a:lnTo>
                  <a:pt x="988835" y="197767"/>
                </a:lnTo>
                <a:lnTo>
                  <a:pt x="0" y="197767"/>
                </a:lnTo>
                <a:lnTo>
                  <a:pt x="0" y="0"/>
                </a:lnTo>
                <a:close/>
              </a:path>
            </a:pathLst>
          </a:custGeom>
          <a:noFill/>
          <a:ln w="12358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66417" y="2754801"/>
            <a:ext cx="988837" cy="197767"/>
          </a:xfrm>
          <a:custGeom>
            <a:avLst/>
            <a:gdLst/>
            <a:ahLst/>
            <a:cxnLst/>
            <a:rect l="0" t="0" r="0" b="0"/>
            <a:pathLst>
              <a:path w="988837" h="197767">
                <a:moveTo>
                  <a:pt x="0" y="0"/>
                </a:moveTo>
                <a:lnTo>
                  <a:pt x="988837" y="0"/>
                </a:lnTo>
                <a:lnTo>
                  <a:pt x="988837" y="197767"/>
                </a:lnTo>
                <a:lnTo>
                  <a:pt x="0" y="197767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66417" y="2754801"/>
            <a:ext cx="988835" cy="197767"/>
          </a:xfrm>
          <a:custGeom>
            <a:avLst/>
            <a:gdLst/>
            <a:ahLst/>
            <a:cxnLst/>
            <a:rect l="0" t="0" r="0" b="0"/>
            <a:pathLst>
              <a:path w="988835" h="197767">
                <a:moveTo>
                  <a:pt x="0" y="0"/>
                </a:moveTo>
                <a:lnTo>
                  <a:pt x="988835" y="0"/>
                </a:lnTo>
                <a:lnTo>
                  <a:pt x="988835" y="197767"/>
                </a:lnTo>
                <a:lnTo>
                  <a:pt x="0" y="197767"/>
                </a:lnTo>
                <a:lnTo>
                  <a:pt x="0" y="0"/>
                </a:lnTo>
                <a:close/>
              </a:path>
            </a:pathLst>
          </a:custGeom>
          <a:noFill/>
          <a:ln w="12358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55253" y="2754801"/>
            <a:ext cx="988837" cy="197767"/>
          </a:xfrm>
          <a:custGeom>
            <a:avLst/>
            <a:gdLst/>
            <a:ahLst/>
            <a:cxnLst/>
            <a:rect l="0" t="0" r="0" b="0"/>
            <a:pathLst>
              <a:path w="988837" h="197767">
                <a:moveTo>
                  <a:pt x="0" y="0"/>
                </a:moveTo>
                <a:lnTo>
                  <a:pt x="988837" y="0"/>
                </a:lnTo>
                <a:lnTo>
                  <a:pt x="988837" y="197767"/>
                </a:lnTo>
                <a:lnTo>
                  <a:pt x="0" y="197767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55253" y="2754801"/>
            <a:ext cx="988835" cy="197767"/>
          </a:xfrm>
          <a:custGeom>
            <a:avLst/>
            <a:gdLst/>
            <a:ahLst/>
            <a:cxnLst/>
            <a:rect l="0" t="0" r="0" b="0"/>
            <a:pathLst>
              <a:path w="988835" h="197767">
                <a:moveTo>
                  <a:pt x="0" y="0"/>
                </a:moveTo>
                <a:lnTo>
                  <a:pt x="988835" y="0"/>
                </a:lnTo>
                <a:lnTo>
                  <a:pt x="988835" y="197767"/>
                </a:lnTo>
                <a:lnTo>
                  <a:pt x="0" y="197767"/>
                </a:lnTo>
                <a:lnTo>
                  <a:pt x="0" y="0"/>
                </a:lnTo>
                <a:close/>
              </a:path>
            </a:pathLst>
          </a:custGeom>
          <a:noFill/>
          <a:ln w="12358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044088" y="2686496"/>
            <a:ext cx="988837" cy="334394"/>
          </a:xfrm>
          <a:custGeom>
            <a:avLst/>
            <a:gdLst/>
            <a:ahLst/>
            <a:cxnLst/>
            <a:rect l="0" t="0" r="0" b="0"/>
            <a:pathLst>
              <a:path w="988837" h="334394">
                <a:moveTo>
                  <a:pt x="988837" y="167278"/>
                </a:moveTo>
                <a:lnTo>
                  <a:pt x="874471" y="250831"/>
                </a:lnTo>
                <a:lnTo>
                  <a:pt x="853525" y="266157"/>
                </a:lnTo>
                <a:lnTo>
                  <a:pt x="760104" y="334394"/>
                </a:lnTo>
                <a:lnTo>
                  <a:pt x="760104" y="266157"/>
                </a:lnTo>
                <a:lnTo>
                  <a:pt x="0" y="266157"/>
                </a:lnTo>
                <a:lnTo>
                  <a:pt x="0" y="68399"/>
                </a:lnTo>
                <a:lnTo>
                  <a:pt x="760104" y="68399"/>
                </a:lnTo>
                <a:lnTo>
                  <a:pt x="760104" y="0"/>
                </a:lnTo>
                <a:lnTo>
                  <a:pt x="853649" y="68399"/>
                </a:lnTo>
                <a:lnTo>
                  <a:pt x="874471" y="83553"/>
                </a:lnTo>
                <a:lnTo>
                  <a:pt x="988837" y="167278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044088" y="2686496"/>
            <a:ext cx="988835" cy="334391"/>
          </a:xfrm>
          <a:custGeom>
            <a:avLst/>
            <a:gdLst/>
            <a:ahLst/>
            <a:cxnLst/>
            <a:rect l="0" t="0" r="0" b="0"/>
            <a:pathLst>
              <a:path w="988835" h="334391">
                <a:moveTo>
                  <a:pt x="988835" y="167278"/>
                </a:moveTo>
                <a:lnTo>
                  <a:pt x="874468" y="250834"/>
                </a:lnTo>
                <a:lnTo>
                  <a:pt x="853521" y="266161"/>
                </a:lnTo>
                <a:lnTo>
                  <a:pt x="760102" y="334391"/>
                </a:lnTo>
                <a:lnTo>
                  <a:pt x="760102" y="266161"/>
                </a:lnTo>
                <a:lnTo>
                  <a:pt x="0" y="266161"/>
                </a:lnTo>
                <a:lnTo>
                  <a:pt x="0" y="68394"/>
                </a:lnTo>
                <a:lnTo>
                  <a:pt x="760102" y="68394"/>
                </a:lnTo>
                <a:lnTo>
                  <a:pt x="760102" y="0"/>
                </a:lnTo>
                <a:lnTo>
                  <a:pt x="853651" y="68394"/>
                </a:lnTo>
                <a:lnTo>
                  <a:pt x="874468" y="83556"/>
                </a:lnTo>
                <a:lnTo>
                  <a:pt x="988835" y="167278"/>
                </a:lnTo>
                <a:close/>
              </a:path>
            </a:pathLst>
          </a:custGeom>
          <a:noFill/>
          <a:ln w="12358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Group 19"/>
          <p:cNvGrpSpPr/>
          <p:nvPr/>
        </p:nvGrpSpPr>
        <p:grpSpPr>
          <a:xfrm>
            <a:off x="4806760" y="1578098"/>
            <a:ext cx="1508159" cy="830589"/>
            <a:chOff x="4806760" y="1578098"/>
            <a:chExt cx="1508159" cy="830589"/>
          </a:xfrm>
        </p:grpSpPr>
        <p:sp>
          <p:nvSpPr>
            <p:cNvPr id="16" name="TextBox 15"/>
            <p:cNvSpPr txBox="1"/>
            <p:nvPr/>
          </p:nvSpPr>
          <p:spPr>
            <a:xfrm>
              <a:off x="4693649" y="1578098"/>
              <a:ext cx="1734382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Logical addressing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693649" y="1785743"/>
              <a:ext cx="1734382" cy="207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and path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693649" y="1993388"/>
              <a:ext cx="1734382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determination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93649" y="2201033"/>
              <a:ext cx="1734382" cy="2076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(IPv4/IPv6, ICMP).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780439" y="1578098"/>
            <a:ext cx="1516141" cy="830589"/>
            <a:chOff x="6780439" y="1578098"/>
            <a:chExt cx="1516141" cy="830589"/>
          </a:xfrm>
        </p:grpSpPr>
        <p:sp>
          <p:nvSpPr>
            <p:cNvPr id="21" name="TextBox 20"/>
            <p:cNvSpPr txBox="1"/>
            <p:nvPr/>
          </p:nvSpPr>
          <p:spPr>
            <a:xfrm>
              <a:off x="6666729" y="1578098"/>
              <a:ext cx="1743562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Bitstream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666729" y="1785743"/>
              <a:ext cx="1743562" cy="207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transmission over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666729" y="1993388"/>
              <a:ext cx="1743562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physical media like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666729" y="2201033"/>
              <a:ext cx="1743562" cy="2076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Ethernet or Fiber.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809496" y="1578098"/>
            <a:ext cx="1547336" cy="830589"/>
            <a:chOff x="2809496" y="1578098"/>
            <a:chExt cx="1547336" cy="830589"/>
          </a:xfrm>
        </p:grpSpPr>
        <p:sp>
          <p:nvSpPr>
            <p:cNvPr id="26" name="TextBox 25"/>
            <p:cNvSpPr txBox="1"/>
            <p:nvPr/>
          </p:nvSpPr>
          <p:spPr>
            <a:xfrm>
              <a:off x="2693446" y="1578098"/>
              <a:ext cx="1779436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Manages inter-host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693446" y="1785743"/>
              <a:ext cx="1779436" cy="207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communication and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693446" y="1993388"/>
              <a:ext cx="1779436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session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693446" y="2201033"/>
              <a:ext cx="1779436" cy="2076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synchronization.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879688" y="1578098"/>
            <a:ext cx="1451610" cy="830589"/>
            <a:chOff x="879688" y="1578098"/>
            <a:chExt cx="1451610" cy="830589"/>
          </a:xfrm>
        </p:grpSpPr>
        <p:sp>
          <p:nvSpPr>
            <p:cNvPr id="31" name="TextBox 30"/>
            <p:cNvSpPr txBox="1"/>
            <p:nvPr/>
          </p:nvSpPr>
          <p:spPr>
            <a:xfrm>
              <a:off x="770818" y="1578098"/>
              <a:ext cx="1669351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Interface for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70818" y="1785743"/>
              <a:ext cx="1669351" cy="207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network services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70818" y="1993388"/>
              <a:ext cx="1669351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like HTTP/S, DNS,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70818" y="2201033"/>
              <a:ext cx="1669351" cy="2076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and SMTP.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6925710" y="1241881"/>
            <a:ext cx="1225592" cy="2373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500" b="1">
                <a:solidFill>
                  <a:srgbClr val="22403B"/>
                </a:solidFill>
                <a:latin typeface="Roboto Slab"/>
              </a:rPr>
              <a:t>L1 Physical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9899" y="1241881"/>
            <a:ext cx="1261860" cy="2373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500" b="1">
                <a:solidFill>
                  <a:srgbClr val="22403B"/>
                </a:solidFill>
                <a:latin typeface="Roboto Slab"/>
              </a:rPr>
              <a:t>L3 Network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09670" y="1241881"/>
            <a:ext cx="1146988" cy="2373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500" b="1">
                <a:solidFill>
                  <a:srgbClr val="22403B"/>
                </a:solidFill>
                <a:latin typeface="Roboto Slab"/>
              </a:rPr>
              <a:t>L5 Session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014" y="1241881"/>
            <a:ext cx="1572958" cy="2373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500" b="1">
                <a:solidFill>
                  <a:srgbClr val="22403B"/>
                </a:solidFill>
                <a:latin typeface="Roboto Slab"/>
              </a:rPr>
              <a:t>L7 Application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2844" y="371475"/>
            <a:ext cx="7098303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100" b="1">
                <a:solidFill>
                  <a:srgbClr val="22403B"/>
                </a:solidFill>
                <a:latin typeface="Roboto Slab"/>
              </a:rPr>
              <a:t>OSI Model: Layered Architecture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67865" y="3298658"/>
            <a:ext cx="1363598" cy="2373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500" b="1">
                <a:solidFill>
                  <a:srgbClr val="22403B"/>
                </a:solidFill>
                <a:latin typeface="Roboto Slab"/>
              </a:rPr>
              <a:t>L2 Data Link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46849" y="3506313"/>
            <a:ext cx="1694949" cy="2373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500" b="1">
                <a:solidFill>
                  <a:srgbClr val="22403B"/>
                </a:solidFill>
                <a:latin typeface="Roboto Slab"/>
              </a:rPr>
              <a:t>L6 Presentation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71168" y="3506313"/>
            <a:ext cx="1401663" cy="2373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500" b="1">
                <a:solidFill>
                  <a:srgbClr val="22403B"/>
                </a:solidFill>
                <a:latin typeface="Roboto Slab"/>
              </a:rPr>
              <a:t>L4 Transport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1858113" y="3842531"/>
            <a:ext cx="1472441" cy="830589"/>
            <a:chOff x="1858113" y="3842531"/>
            <a:chExt cx="1472441" cy="830589"/>
          </a:xfrm>
        </p:grpSpPr>
        <p:sp>
          <p:nvSpPr>
            <p:cNvPr id="44" name="TextBox 43"/>
            <p:cNvSpPr txBox="1"/>
            <p:nvPr/>
          </p:nvSpPr>
          <p:spPr>
            <a:xfrm>
              <a:off x="1747680" y="3842531"/>
              <a:ext cx="1693307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Handles data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747680" y="4050176"/>
              <a:ext cx="1693307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syntax, encryption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747680" y="4257821"/>
              <a:ext cx="1693307" cy="207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(TLS), and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747680" y="4465466"/>
              <a:ext cx="1693307" cy="2076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compression.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3806723" y="3842531"/>
            <a:ext cx="1530553" cy="830589"/>
            <a:chOff x="3806723" y="3842531"/>
            <a:chExt cx="1530553" cy="830589"/>
          </a:xfrm>
        </p:grpSpPr>
        <p:sp>
          <p:nvSpPr>
            <p:cNvPr id="49" name="TextBox 48"/>
            <p:cNvSpPr txBox="1"/>
            <p:nvPr/>
          </p:nvSpPr>
          <p:spPr>
            <a:xfrm>
              <a:off x="3691932" y="3842531"/>
              <a:ext cx="176013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Segmentation, flow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691932" y="4050176"/>
              <a:ext cx="176013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control, and error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691932" y="4257821"/>
              <a:ext cx="1760135" cy="207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recovery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91932" y="4465466"/>
              <a:ext cx="1760135" cy="2076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(TCP/UDP).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5909647" y="3634881"/>
            <a:ext cx="1280045" cy="1038234"/>
            <a:chOff x="5909647" y="3634881"/>
            <a:chExt cx="1280045" cy="1038234"/>
          </a:xfrm>
        </p:grpSpPr>
        <p:sp>
          <p:nvSpPr>
            <p:cNvPr id="54" name="TextBox 53"/>
            <p:cNvSpPr txBox="1"/>
            <p:nvPr/>
          </p:nvSpPr>
          <p:spPr>
            <a:xfrm>
              <a:off x="5813644" y="3634881"/>
              <a:ext cx="1472051" cy="207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Framing, MAC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813644" y="3842525"/>
              <a:ext cx="1472051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addressing, and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813644" y="4050170"/>
              <a:ext cx="1472051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error detection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813644" y="4257816"/>
              <a:ext cx="1472051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within a local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813644" y="4465461"/>
              <a:ext cx="1472051" cy="2076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22403B"/>
                  </a:solidFill>
                  <a:latin typeface="Roboto"/>
                </a:rPr>
                <a:t>network.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00750" y="2319518"/>
            <a:ext cx="9525" cy="244568"/>
          </a:xfrm>
          <a:custGeom>
            <a:avLst/>
            <a:gdLst/>
            <a:ahLst/>
            <a:cxnLst/>
            <a:rect l="0" t="0" r="0" b="0"/>
            <a:pathLst>
              <a:path w="9525" h="244568">
                <a:moveTo>
                  <a:pt x="0" y="244568"/>
                </a:moveTo>
                <a:lnTo>
                  <a:pt x="0" y="0"/>
                </a:lnTo>
              </a:path>
            </a:pathLst>
          </a:custGeom>
          <a:noFill/>
          <a:ln w="509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00750" y="1830382"/>
            <a:ext cx="9525" cy="163045"/>
          </a:xfrm>
          <a:custGeom>
            <a:avLst/>
            <a:gdLst/>
            <a:ahLst/>
            <a:cxnLst/>
            <a:rect l="0" t="0" r="0" b="0"/>
            <a:pathLst>
              <a:path w="9525" h="163045">
                <a:moveTo>
                  <a:pt x="0" y="163045"/>
                </a:moveTo>
                <a:lnTo>
                  <a:pt x="0" y="0"/>
                </a:lnTo>
              </a:path>
            </a:pathLst>
          </a:custGeom>
          <a:noFill/>
          <a:ln w="509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555065" y="2482564"/>
            <a:ext cx="4891367" cy="9525"/>
          </a:xfrm>
          <a:custGeom>
            <a:avLst/>
            <a:gdLst/>
            <a:ahLst/>
            <a:cxnLst/>
            <a:rect l="0" t="0" r="0" b="0"/>
            <a:pathLst>
              <a:path w="4891367" h="9525">
                <a:moveTo>
                  <a:pt x="4891367" y="0"/>
                </a:moveTo>
                <a:lnTo>
                  <a:pt x="0" y="0"/>
                </a:lnTo>
              </a:path>
            </a:pathLst>
          </a:custGeom>
          <a:noFill/>
          <a:ln w="509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00750" y="2564087"/>
            <a:ext cx="9525" cy="489136"/>
          </a:xfrm>
          <a:custGeom>
            <a:avLst/>
            <a:gdLst/>
            <a:ahLst/>
            <a:cxnLst/>
            <a:rect l="0" t="0" r="0" b="0"/>
            <a:pathLst>
              <a:path w="9525" h="489136">
                <a:moveTo>
                  <a:pt x="0" y="489136"/>
                </a:moveTo>
                <a:lnTo>
                  <a:pt x="0" y="0"/>
                </a:lnTo>
              </a:path>
            </a:pathLst>
          </a:custGeom>
          <a:noFill/>
          <a:ln w="509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00750" y="3053224"/>
            <a:ext cx="9525" cy="489136"/>
          </a:xfrm>
          <a:custGeom>
            <a:avLst/>
            <a:gdLst/>
            <a:ahLst/>
            <a:cxnLst/>
            <a:rect l="0" t="0" r="0" b="0"/>
            <a:pathLst>
              <a:path w="9525" h="489136">
                <a:moveTo>
                  <a:pt x="0" y="489136"/>
                </a:moveTo>
                <a:lnTo>
                  <a:pt x="0" y="0"/>
                </a:lnTo>
              </a:path>
            </a:pathLst>
          </a:custGeom>
          <a:noFill/>
          <a:ln w="509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00750" y="3542360"/>
            <a:ext cx="9525" cy="489136"/>
          </a:xfrm>
          <a:custGeom>
            <a:avLst/>
            <a:gdLst/>
            <a:ahLst/>
            <a:cxnLst/>
            <a:rect l="0" t="0" r="0" b="0"/>
            <a:pathLst>
              <a:path w="9525" h="489136">
                <a:moveTo>
                  <a:pt x="0" y="489136"/>
                </a:moveTo>
                <a:lnTo>
                  <a:pt x="0" y="0"/>
                </a:lnTo>
              </a:path>
            </a:pathLst>
          </a:custGeom>
          <a:noFill/>
          <a:ln w="509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796943" y="1993427"/>
            <a:ext cx="407612" cy="326088"/>
          </a:xfrm>
          <a:custGeom>
            <a:avLst/>
            <a:gdLst/>
            <a:ahLst/>
            <a:cxnLst/>
            <a:rect l="0" t="0" r="0" b="0"/>
            <a:pathLst>
              <a:path w="407612" h="326088">
                <a:moveTo>
                  <a:pt x="0" y="163048"/>
                </a:moveTo>
                <a:lnTo>
                  <a:pt x="122281" y="0"/>
                </a:lnTo>
                <a:lnTo>
                  <a:pt x="122281" y="54349"/>
                </a:lnTo>
                <a:lnTo>
                  <a:pt x="285330" y="54349"/>
                </a:lnTo>
                <a:lnTo>
                  <a:pt x="285330" y="0"/>
                </a:lnTo>
                <a:lnTo>
                  <a:pt x="407612" y="163048"/>
                </a:lnTo>
                <a:lnTo>
                  <a:pt x="285330" y="326088"/>
                </a:lnTo>
                <a:lnTo>
                  <a:pt x="285330" y="271738"/>
                </a:lnTo>
                <a:lnTo>
                  <a:pt x="122281" y="271738"/>
                </a:lnTo>
                <a:lnTo>
                  <a:pt x="122281" y="326088"/>
                </a:lnTo>
                <a:lnTo>
                  <a:pt x="0" y="163048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796943" y="1993427"/>
            <a:ext cx="407614" cy="326092"/>
          </a:xfrm>
          <a:custGeom>
            <a:avLst/>
            <a:gdLst/>
            <a:ahLst/>
            <a:cxnLst/>
            <a:rect l="0" t="0" r="0" b="0"/>
            <a:pathLst>
              <a:path w="407614" h="326092">
                <a:moveTo>
                  <a:pt x="0" y="163045"/>
                </a:moveTo>
                <a:lnTo>
                  <a:pt x="122284" y="0"/>
                </a:lnTo>
                <a:lnTo>
                  <a:pt x="122284" y="54349"/>
                </a:lnTo>
                <a:lnTo>
                  <a:pt x="285329" y="54349"/>
                </a:lnTo>
                <a:lnTo>
                  <a:pt x="285329" y="1"/>
                </a:lnTo>
                <a:lnTo>
                  <a:pt x="407614" y="163046"/>
                </a:lnTo>
                <a:lnTo>
                  <a:pt x="285329" y="326092"/>
                </a:lnTo>
                <a:lnTo>
                  <a:pt x="285329" y="271743"/>
                </a:lnTo>
                <a:lnTo>
                  <a:pt x="122284" y="271743"/>
                </a:lnTo>
                <a:lnTo>
                  <a:pt x="122284" y="326091"/>
                </a:lnTo>
                <a:close/>
                <a:moveTo>
                  <a:pt x="139938" y="124819"/>
                </a:moveTo>
                <a:lnTo>
                  <a:pt x="169829" y="200276"/>
                </a:lnTo>
                <a:moveTo>
                  <a:pt x="171188" y="197674"/>
                </a:moveTo>
                <a:lnTo>
                  <a:pt x="201080" y="126771"/>
                </a:lnTo>
                <a:moveTo>
                  <a:pt x="224178" y="184665"/>
                </a:moveTo>
                <a:cubicBezTo>
                  <a:pt x="225990" y="187700"/>
                  <a:pt x="228028" y="190736"/>
                  <a:pt x="230292" y="193772"/>
                </a:cubicBezTo>
                <a:cubicBezTo>
                  <a:pt x="233915" y="199843"/>
                  <a:pt x="241162" y="202228"/>
                  <a:pt x="252032" y="200927"/>
                </a:cubicBezTo>
                <a:cubicBezTo>
                  <a:pt x="262448" y="199192"/>
                  <a:pt x="267657" y="193988"/>
                  <a:pt x="267657" y="185315"/>
                </a:cubicBezTo>
                <a:cubicBezTo>
                  <a:pt x="268110" y="176642"/>
                  <a:pt x="261089" y="169053"/>
                  <a:pt x="246597" y="162548"/>
                </a:cubicBezTo>
                <a:cubicBezTo>
                  <a:pt x="232556" y="155609"/>
                  <a:pt x="225990" y="148237"/>
                  <a:pt x="226895" y="140431"/>
                </a:cubicBezTo>
                <a:cubicBezTo>
                  <a:pt x="227348" y="132625"/>
                  <a:pt x="232104" y="128288"/>
                  <a:pt x="241162" y="127421"/>
                </a:cubicBezTo>
                <a:cubicBezTo>
                  <a:pt x="250220" y="126553"/>
                  <a:pt x="256787" y="128072"/>
                  <a:pt x="260863" y="131975"/>
                </a:cubicBezTo>
                <a:cubicBezTo>
                  <a:pt x="263127" y="133709"/>
                  <a:pt x="265392" y="135443"/>
                  <a:pt x="267657" y="137178"/>
                </a:cubicBezTo>
              </a:path>
            </a:pathLst>
          </a:custGeom>
          <a:noFill/>
          <a:ln w="509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4314681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4314681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3514629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3514629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7200" y="1914525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1914525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7200" y="2714577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7"/>
                  <a:pt x="12792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2"/>
                  <a:pt x="44357" y="0"/>
                  <a:pt x="28575" y="0"/>
                </a:cubicBezTo>
                <a:cubicBezTo>
                  <a:pt x="12792" y="0"/>
                  <a:pt x="0" y="12792"/>
                  <a:pt x="0" y="2857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200" y="2714577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53505" y="2034186"/>
            <a:ext cx="412276" cy="1834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22403B"/>
                </a:solidFill>
                <a:latin typeface="Roboto Slab"/>
              </a:rPr>
              <a:t>Cons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1730" y="2034186"/>
            <a:ext cx="374891" cy="1834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22403B"/>
                </a:solidFill>
                <a:latin typeface="Roboto Slab"/>
              </a:rPr>
              <a:t>Pros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619125" y="1828805"/>
            <a:ext cx="2086327" cy="571452"/>
            <a:chOff x="619125" y="1828805"/>
            <a:chExt cx="2086327" cy="571452"/>
          </a:xfrm>
        </p:grpSpPr>
        <p:sp>
          <p:nvSpPr>
            <p:cNvPr id="20" name="TextBox 19"/>
            <p:cNvSpPr txBox="1"/>
            <p:nvPr/>
          </p:nvSpPr>
          <p:spPr>
            <a:xfrm>
              <a:off x="619125" y="1828805"/>
              <a:ext cx="239927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Application Layer: Encapsulates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19125" y="2019305"/>
              <a:ext cx="239927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OSI Session, Presentation, and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19125" y="2209805"/>
              <a:ext cx="2399276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Application layers.</a:t>
              </a:r>
            </a:p>
          </p:txBody>
        </p:sp>
      </p:grpSp>
      <p:sp>
        <p:nvSpPr>
          <p:cNvPr id="24" name="Rounded Rectangle 23"/>
          <p:cNvSpPr/>
          <p:nvPr/>
        </p:nvSpPr>
        <p:spPr>
          <a:xfrm>
            <a:off x="3555066" y="2645617"/>
            <a:ext cx="315900" cy="315900"/>
          </a:xfrm>
          <a:custGeom>
            <a:avLst/>
            <a:gdLst/>
            <a:ahLst/>
            <a:cxnLst/>
            <a:rect l="0" t="0" r="0" b="0"/>
            <a:pathLst>
              <a:path w="315900" h="315900">
                <a:moveTo>
                  <a:pt x="118887" y="204486"/>
                </a:moveTo>
                <a:cubicBezTo>
                  <a:pt x="118887" y="212638"/>
                  <a:pt x="113452" y="218073"/>
                  <a:pt x="105300" y="218073"/>
                </a:cubicBezTo>
                <a:lnTo>
                  <a:pt x="23777" y="218073"/>
                </a:lnTo>
                <a:cubicBezTo>
                  <a:pt x="15625" y="218073"/>
                  <a:pt x="10190" y="212638"/>
                  <a:pt x="10190" y="204486"/>
                </a:cubicBezTo>
                <a:lnTo>
                  <a:pt x="10190" y="122964"/>
                </a:lnTo>
                <a:cubicBezTo>
                  <a:pt x="10190" y="114811"/>
                  <a:pt x="15625" y="109377"/>
                  <a:pt x="23777" y="109377"/>
                </a:cubicBezTo>
                <a:lnTo>
                  <a:pt x="105300" y="109377"/>
                </a:lnTo>
                <a:cubicBezTo>
                  <a:pt x="113452" y="109377"/>
                  <a:pt x="118887" y="114811"/>
                  <a:pt x="118887" y="122964"/>
                </a:cubicBezTo>
                <a:close/>
                <a:moveTo>
                  <a:pt x="234378" y="50951"/>
                </a:moveTo>
                <a:cubicBezTo>
                  <a:pt x="234378" y="59104"/>
                  <a:pt x="228943" y="64538"/>
                  <a:pt x="220790" y="64538"/>
                </a:cubicBezTo>
                <a:lnTo>
                  <a:pt x="193616" y="64538"/>
                </a:lnTo>
                <a:cubicBezTo>
                  <a:pt x="185464" y="64538"/>
                  <a:pt x="180029" y="59104"/>
                  <a:pt x="180029" y="50951"/>
                </a:cubicBezTo>
                <a:lnTo>
                  <a:pt x="180029" y="23777"/>
                </a:lnTo>
                <a:cubicBezTo>
                  <a:pt x="180029" y="15625"/>
                  <a:pt x="185464" y="10190"/>
                  <a:pt x="193616" y="10190"/>
                </a:cubicBezTo>
                <a:lnTo>
                  <a:pt x="220790" y="10190"/>
                </a:lnTo>
                <a:cubicBezTo>
                  <a:pt x="228943" y="10190"/>
                  <a:pt x="234378" y="15625"/>
                  <a:pt x="234378" y="23777"/>
                </a:cubicBezTo>
                <a:close/>
                <a:moveTo>
                  <a:pt x="315900" y="129757"/>
                </a:moveTo>
                <a:cubicBezTo>
                  <a:pt x="315900" y="137909"/>
                  <a:pt x="310466" y="143344"/>
                  <a:pt x="302313" y="143344"/>
                </a:cubicBezTo>
                <a:lnTo>
                  <a:pt x="275139" y="143344"/>
                </a:lnTo>
                <a:cubicBezTo>
                  <a:pt x="266987" y="143344"/>
                  <a:pt x="261552" y="137909"/>
                  <a:pt x="261552" y="129757"/>
                </a:cubicBezTo>
                <a:lnTo>
                  <a:pt x="261552" y="102583"/>
                </a:lnTo>
                <a:cubicBezTo>
                  <a:pt x="261552" y="94431"/>
                  <a:pt x="266987" y="88996"/>
                  <a:pt x="275139" y="88996"/>
                </a:cubicBezTo>
                <a:lnTo>
                  <a:pt x="302313" y="88996"/>
                </a:lnTo>
                <a:cubicBezTo>
                  <a:pt x="310466" y="88996"/>
                  <a:pt x="315900" y="94431"/>
                  <a:pt x="315900" y="102583"/>
                </a:cubicBezTo>
                <a:close/>
                <a:moveTo>
                  <a:pt x="315900" y="224867"/>
                </a:moveTo>
                <a:cubicBezTo>
                  <a:pt x="315900" y="233019"/>
                  <a:pt x="310466" y="238454"/>
                  <a:pt x="302313" y="238454"/>
                </a:cubicBezTo>
                <a:lnTo>
                  <a:pt x="275139" y="238454"/>
                </a:lnTo>
                <a:cubicBezTo>
                  <a:pt x="266987" y="238454"/>
                  <a:pt x="261552" y="233019"/>
                  <a:pt x="261552" y="224867"/>
                </a:cubicBezTo>
                <a:lnTo>
                  <a:pt x="261552" y="197692"/>
                </a:lnTo>
                <a:cubicBezTo>
                  <a:pt x="261552" y="189540"/>
                  <a:pt x="266987" y="184105"/>
                  <a:pt x="275139" y="184105"/>
                </a:cubicBezTo>
                <a:lnTo>
                  <a:pt x="302313" y="184105"/>
                </a:lnTo>
                <a:cubicBezTo>
                  <a:pt x="310466" y="184105"/>
                  <a:pt x="315900" y="189540"/>
                  <a:pt x="315900" y="197692"/>
                </a:cubicBezTo>
                <a:close/>
                <a:moveTo>
                  <a:pt x="234378" y="302313"/>
                </a:moveTo>
                <a:cubicBezTo>
                  <a:pt x="234378" y="310466"/>
                  <a:pt x="228943" y="315900"/>
                  <a:pt x="220790" y="315900"/>
                </a:cubicBezTo>
                <a:lnTo>
                  <a:pt x="193616" y="315900"/>
                </a:lnTo>
                <a:cubicBezTo>
                  <a:pt x="185464" y="315900"/>
                  <a:pt x="180029" y="310466"/>
                  <a:pt x="180029" y="302313"/>
                </a:cubicBezTo>
                <a:lnTo>
                  <a:pt x="180029" y="275139"/>
                </a:lnTo>
                <a:cubicBezTo>
                  <a:pt x="180029" y="266987"/>
                  <a:pt x="185464" y="261552"/>
                  <a:pt x="193616" y="261552"/>
                </a:cubicBezTo>
                <a:lnTo>
                  <a:pt x="220790" y="261552"/>
                </a:lnTo>
                <a:cubicBezTo>
                  <a:pt x="228943" y="261552"/>
                  <a:pt x="234378" y="266987"/>
                  <a:pt x="234378" y="275139"/>
                </a:cubicBezTo>
                <a:close/>
                <a:moveTo>
                  <a:pt x="261552" y="116170"/>
                </a:moveTo>
                <a:lnTo>
                  <a:pt x="118887" y="163724"/>
                </a:lnTo>
                <a:lnTo>
                  <a:pt x="184381" y="61354"/>
                </a:lnTo>
                <a:moveTo>
                  <a:pt x="0" y="0"/>
                </a:moveTo>
                <a:moveTo>
                  <a:pt x="261552" y="211279"/>
                </a:moveTo>
                <a:lnTo>
                  <a:pt x="118887" y="163724"/>
                </a:lnTo>
                <a:lnTo>
                  <a:pt x="183850" y="265214"/>
                </a:lnTo>
                <a:moveTo>
                  <a:pt x="0" y="0"/>
                </a:moveTo>
                <a:moveTo>
                  <a:pt x="231875" y="59319"/>
                </a:moveTo>
                <a:lnTo>
                  <a:pt x="265311" y="92756"/>
                </a:lnTo>
                <a:moveTo>
                  <a:pt x="288726" y="143344"/>
                </a:moveTo>
                <a:lnTo>
                  <a:pt x="288726" y="184105"/>
                </a:lnTo>
                <a:moveTo>
                  <a:pt x="0" y="0"/>
                </a:moveTo>
                <a:moveTo>
                  <a:pt x="231258" y="266015"/>
                </a:moveTo>
                <a:lnTo>
                  <a:pt x="264669" y="233940"/>
                </a:lnTo>
              </a:path>
            </a:pathLst>
          </a:custGeom>
          <a:noFill/>
          <a:ln w="509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43825" y="2655807"/>
            <a:ext cx="292123" cy="305710"/>
          </a:xfrm>
          <a:custGeom>
            <a:avLst/>
            <a:gdLst/>
            <a:ahLst/>
            <a:cxnLst/>
            <a:rect l="0" t="0" r="0" b="0"/>
            <a:pathLst>
              <a:path w="292123" h="305710">
                <a:moveTo>
                  <a:pt x="101889" y="61142"/>
                </a:moveTo>
                <a:lnTo>
                  <a:pt x="210600" y="61142"/>
                </a:lnTo>
                <a:moveTo>
                  <a:pt x="36155" y="171374"/>
                </a:moveTo>
                <a:lnTo>
                  <a:pt x="65748" y="86781"/>
                </a:lnTo>
                <a:moveTo>
                  <a:pt x="95544" y="260125"/>
                </a:moveTo>
                <a:lnTo>
                  <a:pt x="47174" y="215451"/>
                </a:lnTo>
                <a:moveTo>
                  <a:pt x="132039" y="162760"/>
                </a:moveTo>
                <a:lnTo>
                  <a:pt x="119335" y="251647"/>
                </a:lnTo>
                <a:moveTo>
                  <a:pt x="240913" y="191143"/>
                </a:moveTo>
                <a:lnTo>
                  <a:pt x="159920" y="148534"/>
                </a:lnTo>
                <a:moveTo>
                  <a:pt x="280234" y="0"/>
                </a:moveTo>
                <a:lnTo>
                  <a:pt x="210600" y="61142"/>
                </a:lnTo>
                <a:lnTo>
                  <a:pt x="255302" y="178466"/>
                </a:lnTo>
                <a:moveTo>
                  <a:pt x="108697" y="135871"/>
                </a:moveTo>
                <a:cubicBezTo>
                  <a:pt x="108697" y="150879"/>
                  <a:pt x="120863" y="163045"/>
                  <a:pt x="135871" y="163045"/>
                </a:cubicBezTo>
                <a:cubicBezTo>
                  <a:pt x="150879" y="163045"/>
                  <a:pt x="163045" y="150879"/>
                  <a:pt x="163045" y="135871"/>
                </a:cubicBezTo>
                <a:cubicBezTo>
                  <a:pt x="163045" y="120863"/>
                  <a:pt x="150879" y="108697"/>
                  <a:pt x="135871" y="108697"/>
                </a:cubicBezTo>
                <a:cubicBezTo>
                  <a:pt x="120863" y="108697"/>
                  <a:pt x="108697" y="120863"/>
                  <a:pt x="108697" y="135871"/>
                </a:cubicBezTo>
                <a:close/>
                <a:moveTo>
                  <a:pt x="47554" y="61142"/>
                </a:moveTo>
                <a:cubicBezTo>
                  <a:pt x="47554" y="76150"/>
                  <a:pt x="59721" y="88316"/>
                  <a:pt x="74729" y="88316"/>
                </a:cubicBezTo>
                <a:cubicBezTo>
                  <a:pt x="89737" y="88316"/>
                  <a:pt x="101903" y="76150"/>
                  <a:pt x="101903" y="61142"/>
                </a:cubicBezTo>
                <a:cubicBezTo>
                  <a:pt x="101903" y="46134"/>
                  <a:pt x="89737" y="33967"/>
                  <a:pt x="74729" y="33967"/>
                </a:cubicBezTo>
                <a:cubicBezTo>
                  <a:pt x="59721" y="33967"/>
                  <a:pt x="47554" y="46134"/>
                  <a:pt x="47554" y="61142"/>
                </a:cubicBezTo>
                <a:close/>
                <a:moveTo>
                  <a:pt x="0" y="197013"/>
                </a:moveTo>
                <a:cubicBezTo>
                  <a:pt x="0" y="212021"/>
                  <a:pt x="12166" y="224187"/>
                  <a:pt x="27174" y="224187"/>
                </a:cubicBezTo>
                <a:cubicBezTo>
                  <a:pt x="42182" y="224187"/>
                  <a:pt x="54348" y="212021"/>
                  <a:pt x="54348" y="197013"/>
                </a:cubicBezTo>
                <a:cubicBezTo>
                  <a:pt x="54348" y="182005"/>
                  <a:pt x="42182" y="169839"/>
                  <a:pt x="27174" y="169839"/>
                </a:cubicBezTo>
                <a:cubicBezTo>
                  <a:pt x="12166" y="169839"/>
                  <a:pt x="0" y="182005"/>
                  <a:pt x="0" y="197013"/>
                </a:cubicBezTo>
                <a:close/>
                <a:moveTo>
                  <a:pt x="88316" y="278536"/>
                </a:moveTo>
                <a:cubicBezTo>
                  <a:pt x="88316" y="293544"/>
                  <a:pt x="100482" y="305710"/>
                  <a:pt x="115490" y="305710"/>
                </a:cubicBezTo>
                <a:cubicBezTo>
                  <a:pt x="130498" y="305710"/>
                  <a:pt x="142664" y="293544"/>
                  <a:pt x="142664" y="278536"/>
                </a:cubicBezTo>
                <a:cubicBezTo>
                  <a:pt x="142664" y="263528"/>
                  <a:pt x="130498" y="251361"/>
                  <a:pt x="115490" y="251361"/>
                </a:cubicBezTo>
                <a:cubicBezTo>
                  <a:pt x="100482" y="251361"/>
                  <a:pt x="88316" y="263528"/>
                  <a:pt x="88316" y="278536"/>
                </a:cubicBezTo>
                <a:close/>
                <a:moveTo>
                  <a:pt x="237774" y="203806"/>
                </a:moveTo>
                <a:cubicBezTo>
                  <a:pt x="237774" y="218814"/>
                  <a:pt x="249941" y="230981"/>
                  <a:pt x="264949" y="230981"/>
                </a:cubicBezTo>
                <a:cubicBezTo>
                  <a:pt x="279957" y="230981"/>
                  <a:pt x="292123" y="218814"/>
                  <a:pt x="292123" y="203806"/>
                </a:cubicBezTo>
                <a:cubicBezTo>
                  <a:pt x="292123" y="188799"/>
                  <a:pt x="279957" y="176632"/>
                  <a:pt x="264949" y="176632"/>
                </a:cubicBezTo>
                <a:cubicBezTo>
                  <a:pt x="249941" y="176632"/>
                  <a:pt x="237774" y="188799"/>
                  <a:pt x="237774" y="203806"/>
                </a:cubicBezTo>
                <a:close/>
              </a:path>
            </a:pathLst>
          </a:custGeom>
          <a:noFill/>
          <a:ln w="509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9" name="Group 28"/>
          <p:cNvGrpSpPr/>
          <p:nvPr/>
        </p:nvGrpSpPr>
        <p:grpSpPr>
          <a:xfrm>
            <a:off x="619125" y="2628855"/>
            <a:ext cx="2106568" cy="571452"/>
            <a:chOff x="619125" y="2628855"/>
            <a:chExt cx="2106568" cy="571452"/>
          </a:xfrm>
        </p:grpSpPr>
        <p:sp>
          <p:nvSpPr>
            <p:cNvPr id="26" name="TextBox 25"/>
            <p:cNvSpPr txBox="1"/>
            <p:nvPr/>
          </p:nvSpPr>
          <p:spPr>
            <a:xfrm>
              <a:off x="619125" y="2628855"/>
              <a:ext cx="242255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Transport Layer: Direct mapping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19125" y="2819355"/>
              <a:ext cx="242255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to OSI L4; handles end-to-end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19125" y="3009855"/>
              <a:ext cx="2422553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reliability.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3981730" y="2747521"/>
            <a:ext cx="978848" cy="1222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1">
                <a:solidFill>
                  <a:srgbClr val="22403B"/>
                </a:solidFill>
                <a:latin typeface="Roboto Slab"/>
              </a:rPr>
              <a:t>Simpler 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53505" y="2747521"/>
            <a:ext cx="721577" cy="1222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1">
                <a:solidFill>
                  <a:srgbClr val="22403B"/>
                </a:solidFill>
                <a:latin typeface="Roboto Slab"/>
              </a:rPr>
              <a:t>Less detailed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55066" y="3134754"/>
            <a:ext cx="312504" cy="315718"/>
          </a:xfrm>
          <a:custGeom>
            <a:avLst/>
            <a:gdLst/>
            <a:ahLst/>
            <a:cxnLst/>
            <a:rect l="0" t="0" r="0" b="0"/>
            <a:pathLst>
              <a:path w="312504" h="315718">
                <a:moveTo>
                  <a:pt x="27174" y="79052"/>
                </a:moveTo>
                <a:lnTo>
                  <a:pt x="67935" y="79052"/>
                </a:lnTo>
                <a:cubicBezTo>
                  <a:pt x="76087" y="79052"/>
                  <a:pt x="81522" y="73617"/>
                  <a:pt x="81522" y="65465"/>
                </a:cubicBezTo>
                <a:lnTo>
                  <a:pt x="81522" y="24022"/>
                </a:lnTo>
                <a:cubicBezTo>
                  <a:pt x="81522" y="15870"/>
                  <a:pt x="76087" y="10435"/>
                  <a:pt x="67935" y="10435"/>
                </a:cubicBezTo>
                <a:lnTo>
                  <a:pt x="27174" y="10435"/>
                </a:lnTo>
                <a:cubicBezTo>
                  <a:pt x="19021" y="10435"/>
                  <a:pt x="13587" y="15870"/>
                  <a:pt x="13587" y="24022"/>
                </a:cubicBezTo>
                <a:lnTo>
                  <a:pt x="13587" y="65465"/>
                </a:lnTo>
                <a:cubicBezTo>
                  <a:pt x="13587" y="72258"/>
                  <a:pt x="19021" y="79052"/>
                  <a:pt x="27174" y="79052"/>
                </a:cubicBezTo>
                <a:close/>
                <a:moveTo>
                  <a:pt x="258155" y="79052"/>
                </a:moveTo>
                <a:lnTo>
                  <a:pt x="298916" y="79052"/>
                </a:lnTo>
                <a:cubicBezTo>
                  <a:pt x="307069" y="79052"/>
                  <a:pt x="312504" y="73617"/>
                  <a:pt x="312504" y="65465"/>
                </a:cubicBezTo>
                <a:lnTo>
                  <a:pt x="312504" y="24022"/>
                </a:lnTo>
                <a:cubicBezTo>
                  <a:pt x="312504" y="15870"/>
                  <a:pt x="307069" y="10435"/>
                  <a:pt x="298916" y="10435"/>
                </a:cubicBezTo>
                <a:lnTo>
                  <a:pt x="258155" y="10435"/>
                </a:lnTo>
                <a:cubicBezTo>
                  <a:pt x="250003" y="10435"/>
                  <a:pt x="244568" y="15870"/>
                  <a:pt x="244568" y="24022"/>
                </a:cubicBezTo>
                <a:lnTo>
                  <a:pt x="244568" y="65465"/>
                </a:lnTo>
                <a:cubicBezTo>
                  <a:pt x="244568" y="72258"/>
                  <a:pt x="250003" y="79052"/>
                  <a:pt x="258155" y="79052"/>
                </a:cubicBezTo>
                <a:close/>
                <a:moveTo>
                  <a:pt x="81779" y="47894"/>
                </a:moveTo>
                <a:lnTo>
                  <a:pt x="108434" y="47894"/>
                </a:lnTo>
                <a:moveTo>
                  <a:pt x="216714" y="47894"/>
                </a:moveTo>
                <a:lnTo>
                  <a:pt x="244480" y="47894"/>
                </a:lnTo>
                <a:moveTo>
                  <a:pt x="153533" y="47894"/>
                </a:moveTo>
                <a:lnTo>
                  <a:pt x="167120" y="47894"/>
                </a:lnTo>
                <a:moveTo>
                  <a:pt x="0" y="0"/>
                </a:moveTo>
                <a:moveTo>
                  <a:pt x="21007" y="109970"/>
                </a:moveTo>
                <a:lnTo>
                  <a:pt x="28763" y="121126"/>
                </a:lnTo>
                <a:moveTo>
                  <a:pt x="0" y="0"/>
                </a:moveTo>
                <a:moveTo>
                  <a:pt x="296814" y="109970"/>
                </a:moveTo>
                <a:lnTo>
                  <a:pt x="289059" y="121126"/>
                </a:lnTo>
                <a:moveTo>
                  <a:pt x="0" y="0"/>
                </a:moveTo>
                <a:moveTo>
                  <a:pt x="90571" y="210033"/>
                </a:moveTo>
                <a:lnTo>
                  <a:pt x="98326" y="221189"/>
                </a:lnTo>
                <a:moveTo>
                  <a:pt x="0" y="0"/>
                </a:moveTo>
                <a:moveTo>
                  <a:pt x="227251" y="210033"/>
                </a:moveTo>
                <a:lnTo>
                  <a:pt x="219496" y="221189"/>
                </a:lnTo>
                <a:moveTo>
                  <a:pt x="0" y="0"/>
                </a:moveTo>
                <a:moveTo>
                  <a:pt x="54506" y="158158"/>
                </a:moveTo>
                <a:lnTo>
                  <a:pt x="62262" y="169313"/>
                </a:lnTo>
                <a:moveTo>
                  <a:pt x="0" y="0"/>
                </a:moveTo>
                <a:moveTo>
                  <a:pt x="263315" y="158158"/>
                </a:moveTo>
                <a:lnTo>
                  <a:pt x="255559" y="169313"/>
                </a:lnTo>
                <a:moveTo>
                  <a:pt x="127718" y="159648"/>
                </a:moveTo>
                <a:cubicBezTo>
                  <a:pt x="145382" y="141985"/>
                  <a:pt x="175274" y="141985"/>
                  <a:pt x="192937" y="159648"/>
                </a:cubicBezTo>
                <a:moveTo>
                  <a:pt x="97147" y="128398"/>
                </a:moveTo>
                <a:cubicBezTo>
                  <a:pt x="132473" y="93071"/>
                  <a:pt x="188181" y="93071"/>
                  <a:pt x="223508" y="128398"/>
                </a:cubicBezTo>
                <a:moveTo>
                  <a:pt x="160328" y="192257"/>
                </a:moveTo>
                <a:cubicBezTo>
                  <a:pt x="158826" y="192257"/>
                  <a:pt x="157610" y="191041"/>
                  <a:pt x="157610" y="189540"/>
                </a:cubicBezTo>
                <a:cubicBezTo>
                  <a:pt x="157610" y="188039"/>
                  <a:pt x="158826" y="186823"/>
                  <a:pt x="160328" y="186823"/>
                </a:cubicBezTo>
                <a:moveTo>
                  <a:pt x="160328" y="192257"/>
                </a:moveTo>
                <a:cubicBezTo>
                  <a:pt x="161828" y="192257"/>
                  <a:pt x="163044" y="191041"/>
                  <a:pt x="163044" y="189540"/>
                </a:cubicBezTo>
                <a:cubicBezTo>
                  <a:pt x="163044" y="188039"/>
                  <a:pt x="161828" y="186823"/>
                  <a:pt x="160328" y="186823"/>
                </a:cubicBezTo>
                <a:moveTo>
                  <a:pt x="139947" y="315718"/>
                </a:moveTo>
                <a:lnTo>
                  <a:pt x="180708" y="315718"/>
                </a:lnTo>
                <a:cubicBezTo>
                  <a:pt x="188861" y="315718"/>
                  <a:pt x="194296" y="310283"/>
                  <a:pt x="194296" y="302131"/>
                </a:cubicBezTo>
                <a:lnTo>
                  <a:pt x="194296" y="260689"/>
                </a:lnTo>
                <a:cubicBezTo>
                  <a:pt x="194296" y="252537"/>
                  <a:pt x="188861" y="247102"/>
                  <a:pt x="180708" y="247102"/>
                </a:cubicBezTo>
                <a:lnTo>
                  <a:pt x="139947" y="247102"/>
                </a:lnTo>
                <a:cubicBezTo>
                  <a:pt x="131795" y="247102"/>
                  <a:pt x="126360" y="252537"/>
                  <a:pt x="126360" y="260689"/>
                </a:cubicBezTo>
                <a:lnTo>
                  <a:pt x="126360" y="302131"/>
                </a:lnTo>
                <a:cubicBezTo>
                  <a:pt x="126360" y="308925"/>
                  <a:pt x="131795" y="315718"/>
                  <a:pt x="139947" y="315718"/>
                </a:cubicBezTo>
                <a:close/>
              </a:path>
            </a:pathLst>
          </a:custGeom>
          <a:noFill/>
          <a:ln w="509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337936" y="2004522"/>
            <a:ext cx="303900" cy="303900"/>
          </a:xfrm>
          <a:custGeom>
            <a:avLst/>
            <a:gdLst/>
            <a:ahLst/>
            <a:cxnLst/>
            <a:rect l="0" t="0" r="0" b="0"/>
            <a:pathLst>
              <a:path w="303900" h="303900">
                <a:moveTo>
                  <a:pt x="90807" y="151950"/>
                </a:moveTo>
                <a:lnTo>
                  <a:pt x="5304" y="237453"/>
                </a:lnTo>
                <a:cubicBezTo>
                  <a:pt x="0" y="242759"/>
                  <a:pt x="0" y="251360"/>
                  <a:pt x="5304" y="256666"/>
                </a:cubicBezTo>
                <a:lnTo>
                  <a:pt x="47234" y="298596"/>
                </a:lnTo>
                <a:cubicBezTo>
                  <a:pt x="52539" y="303900"/>
                  <a:pt x="61140" y="303900"/>
                  <a:pt x="66446" y="298596"/>
                </a:cubicBezTo>
                <a:lnTo>
                  <a:pt x="151950" y="213092"/>
                </a:lnTo>
                <a:lnTo>
                  <a:pt x="237453" y="298596"/>
                </a:lnTo>
                <a:cubicBezTo>
                  <a:pt x="242759" y="303900"/>
                  <a:pt x="251360" y="303900"/>
                  <a:pt x="256666" y="298596"/>
                </a:cubicBezTo>
                <a:lnTo>
                  <a:pt x="298596" y="256666"/>
                </a:lnTo>
                <a:cubicBezTo>
                  <a:pt x="303900" y="251360"/>
                  <a:pt x="303900" y="242759"/>
                  <a:pt x="298596" y="237453"/>
                </a:cubicBezTo>
                <a:lnTo>
                  <a:pt x="213092" y="151950"/>
                </a:lnTo>
                <a:lnTo>
                  <a:pt x="298596" y="66446"/>
                </a:lnTo>
                <a:cubicBezTo>
                  <a:pt x="303900" y="61140"/>
                  <a:pt x="303900" y="52539"/>
                  <a:pt x="298596" y="47234"/>
                </a:cubicBezTo>
                <a:lnTo>
                  <a:pt x="256666" y="5304"/>
                </a:lnTo>
                <a:cubicBezTo>
                  <a:pt x="251360" y="0"/>
                  <a:pt x="242759" y="0"/>
                  <a:pt x="237453" y="5304"/>
                </a:cubicBezTo>
                <a:lnTo>
                  <a:pt x="151950" y="90807"/>
                </a:lnTo>
                <a:lnTo>
                  <a:pt x="66446" y="5304"/>
                </a:lnTo>
                <a:cubicBezTo>
                  <a:pt x="61140" y="0"/>
                  <a:pt x="52539" y="0"/>
                  <a:pt x="47234" y="5304"/>
                </a:cubicBezTo>
                <a:lnTo>
                  <a:pt x="5304" y="47234"/>
                </a:lnTo>
                <a:cubicBezTo>
                  <a:pt x="0" y="52539"/>
                  <a:pt x="0" y="61140"/>
                  <a:pt x="5304" y="66446"/>
                </a:cubicBezTo>
                <a:close/>
              </a:path>
            </a:pathLst>
          </a:custGeom>
          <a:noFill/>
          <a:ln w="509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360808" y="3141541"/>
            <a:ext cx="258155" cy="312510"/>
          </a:xfrm>
          <a:custGeom>
            <a:avLst/>
            <a:gdLst/>
            <a:ahLst/>
            <a:cxnLst/>
            <a:rect l="0" t="0" r="0" b="0"/>
            <a:pathLst>
              <a:path w="258155" h="312510">
                <a:moveTo>
                  <a:pt x="254174" y="54354"/>
                </a:moveTo>
                <a:cubicBezTo>
                  <a:pt x="256722" y="56902"/>
                  <a:pt x="258154" y="60357"/>
                  <a:pt x="258155" y="63961"/>
                </a:cubicBezTo>
                <a:lnTo>
                  <a:pt x="258155" y="298923"/>
                </a:lnTo>
                <a:cubicBezTo>
                  <a:pt x="258155" y="306427"/>
                  <a:pt x="252072" y="312510"/>
                  <a:pt x="244568" y="312510"/>
                </a:cubicBezTo>
                <a:lnTo>
                  <a:pt x="13587" y="312510"/>
                </a:lnTo>
                <a:cubicBezTo>
                  <a:pt x="6083" y="312510"/>
                  <a:pt x="0" y="306427"/>
                  <a:pt x="0" y="298923"/>
                </a:cubicBezTo>
                <a:lnTo>
                  <a:pt x="0" y="13593"/>
                </a:lnTo>
                <a:cubicBezTo>
                  <a:pt x="0" y="6089"/>
                  <a:pt x="6083" y="6"/>
                  <a:pt x="13587" y="6"/>
                </a:cubicBezTo>
                <a:lnTo>
                  <a:pt x="194200" y="6"/>
                </a:lnTo>
                <a:cubicBezTo>
                  <a:pt x="197800" y="0"/>
                  <a:pt x="201255" y="1422"/>
                  <a:pt x="203807" y="3960"/>
                </a:cubicBezTo>
                <a:close/>
                <a:moveTo>
                  <a:pt x="54348" y="217386"/>
                </a:moveTo>
                <a:cubicBezTo>
                  <a:pt x="40761" y="217386"/>
                  <a:pt x="40761" y="230974"/>
                  <a:pt x="40761" y="230974"/>
                </a:cubicBezTo>
                <a:lnTo>
                  <a:pt x="40761" y="258148"/>
                </a:lnTo>
                <a:cubicBezTo>
                  <a:pt x="40761" y="271735"/>
                  <a:pt x="54348" y="271735"/>
                  <a:pt x="54348" y="271735"/>
                </a:cubicBezTo>
                <a:lnTo>
                  <a:pt x="81522" y="271735"/>
                </a:lnTo>
                <a:cubicBezTo>
                  <a:pt x="95109" y="271735"/>
                  <a:pt x="95109" y="258148"/>
                  <a:pt x="95109" y="258148"/>
                </a:cubicBezTo>
                <a:lnTo>
                  <a:pt x="95109" y="230974"/>
                </a:lnTo>
                <a:cubicBezTo>
                  <a:pt x="95109" y="217386"/>
                  <a:pt x="81522" y="217386"/>
                  <a:pt x="81522" y="217386"/>
                </a:cubicBezTo>
                <a:lnTo>
                  <a:pt x="54348" y="217386"/>
                </a:lnTo>
                <a:moveTo>
                  <a:pt x="163045" y="217386"/>
                </a:moveTo>
                <a:cubicBezTo>
                  <a:pt x="149458" y="217386"/>
                  <a:pt x="149458" y="230974"/>
                  <a:pt x="149458" y="230974"/>
                </a:cubicBezTo>
                <a:lnTo>
                  <a:pt x="149458" y="258148"/>
                </a:lnTo>
                <a:cubicBezTo>
                  <a:pt x="149458" y="271735"/>
                  <a:pt x="163045" y="271735"/>
                  <a:pt x="163045" y="271735"/>
                </a:cubicBezTo>
                <a:lnTo>
                  <a:pt x="190219" y="271735"/>
                </a:lnTo>
                <a:cubicBezTo>
                  <a:pt x="203807" y="271735"/>
                  <a:pt x="203807" y="258148"/>
                  <a:pt x="203807" y="258148"/>
                </a:cubicBezTo>
                <a:lnTo>
                  <a:pt x="203807" y="230974"/>
                </a:lnTo>
                <a:cubicBezTo>
                  <a:pt x="203807" y="217386"/>
                  <a:pt x="190219" y="217386"/>
                  <a:pt x="190219" y="217386"/>
                </a:cubicBezTo>
                <a:lnTo>
                  <a:pt x="163045" y="217386"/>
                </a:lnTo>
                <a:moveTo>
                  <a:pt x="108697" y="81515"/>
                </a:moveTo>
                <a:cubicBezTo>
                  <a:pt x="95109" y="81515"/>
                  <a:pt x="95109" y="95102"/>
                  <a:pt x="95109" y="95102"/>
                </a:cubicBezTo>
                <a:lnTo>
                  <a:pt x="95109" y="122277"/>
                </a:lnTo>
                <a:cubicBezTo>
                  <a:pt x="95109" y="135864"/>
                  <a:pt x="108697" y="135864"/>
                  <a:pt x="108697" y="135864"/>
                </a:cubicBezTo>
                <a:lnTo>
                  <a:pt x="135871" y="135864"/>
                </a:lnTo>
                <a:cubicBezTo>
                  <a:pt x="149458" y="135864"/>
                  <a:pt x="149458" y="122277"/>
                  <a:pt x="149458" y="122277"/>
                </a:cubicBezTo>
                <a:lnTo>
                  <a:pt x="149458" y="95102"/>
                </a:lnTo>
                <a:cubicBezTo>
                  <a:pt x="149458" y="81515"/>
                  <a:pt x="135871" y="81515"/>
                  <a:pt x="135871" y="81515"/>
                </a:cubicBezTo>
                <a:lnTo>
                  <a:pt x="108697" y="81515"/>
                </a:lnTo>
                <a:moveTo>
                  <a:pt x="67935" y="217386"/>
                </a:moveTo>
                <a:lnTo>
                  <a:pt x="67935" y="176625"/>
                </a:lnTo>
                <a:lnTo>
                  <a:pt x="176632" y="176625"/>
                </a:lnTo>
                <a:lnTo>
                  <a:pt x="176632" y="217386"/>
                </a:lnTo>
                <a:moveTo>
                  <a:pt x="122284" y="135864"/>
                </a:moveTo>
                <a:lnTo>
                  <a:pt x="122284" y="176625"/>
                </a:lnTo>
              </a:path>
            </a:pathLst>
          </a:custGeom>
          <a:noFill/>
          <a:ln w="509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81729" y="3236657"/>
            <a:ext cx="1415498" cy="1222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1">
                <a:solidFill>
                  <a:srgbClr val="22403B"/>
                </a:solidFill>
                <a:latin typeface="Roboto Slab"/>
              </a:rPr>
              <a:t>Practical implementation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3505" y="3236657"/>
            <a:ext cx="1317045" cy="1222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1">
                <a:solidFill>
                  <a:srgbClr val="22403B"/>
                </a:solidFill>
                <a:latin typeface="Roboto Slab"/>
              </a:rPr>
              <a:t>OSI's conceptual clarity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60295" y="2047735"/>
            <a:ext cx="314108" cy="265029"/>
          </a:xfrm>
          <a:custGeom>
            <a:avLst/>
            <a:gdLst/>
            <a:ahLst/>
            <a:cxnLst/>
            <a:rect l="0" t="0" r="0" b="0"/>
            <a:pathLst>
              <a:path w="314108" h="265029">
                <a:moveTo>
                  <a:pt x="6319" y="158330"/>
                </a:moveTo>
                <a:cubicBezTo>
                  <a:pt x="0" y="164732"/>
                  <a:pt x="0" y="175025"/>
                  <a:pt x="6319" y="181428"/>
                </a:cubicBezTo>
                <a:lnTo>
                  <a:pt x="85124" y="260233"/>
                </a:lnTo>
                <a:cubicBezTo>
                  <a:pt x="88184" y="263303"/>
                  <a:pt x="92339" y="265029"/>
                  <a:pt x="96674" y="265029"/>
                </a:cubicBezTo>
                <a:cubicBezTo>
                  <a:pt x="101008" y="265029"/>
                  <a:pt x="105163" y="263303"/>
                  <a:pt x="108223" y="260233"/>
                </a:cubicBezTo>
                <a:lnTo>
                  <a:pt x="309312" y="59144"/>
                </a:lnTo>
                <a:cubicBezTo>
                  <a:pt x="312382" y="56084"/>
                  <a:pt x="314108" y="51929"/>
                  <a:pt x="314108" y="47594"/>
                </a:cubicBezTo>
                <a:cubicBezTo>
                  <a:pt x="314108" y="43260"/>
                  <a:pt x="312382" y="39105"/>
                  <a:pt x="309312" y="36045"/>
                </a:cubicBezTo>
                <a:lnTo>
                  <a:pt x="278062" y="4795"/>
                </a:lnTo>
                <a:cubicBezTo>
                  <a:pt x="275002" y="1725"/>
                  <a:pt x="270847" y="0"/>
                  <a:pt x="266513" y="0"/>
                </a:cubicBezTo>
                <a:cubicBezTo>
                  <a:pt x="262179" y="0"/>
                  <a:pt x="258023" y="1725"/>
                  <a:pt x="254964" y="4795"/>
                </a:cubicBezTo>
                <a:lnTo>
                  <a:pt x="96674" y="163085"/>
                </a:lnTo>
                <a:lnTo>
                  <a:pt x="60668" y="127079"/>
                </a:lnTo>
                <a:cubicBezTo>
                  <a:pt x="54265" y="120760"/>
                  <a:pt x="43972" y="120760"/>
                  <a:pt x="37570" y="127079"/>
                </a:cubicBezTo>
                <a:close/>
              </a:path>
            </a:pathLst>
          </a:custGeom>
          <a:noFill/>
          <a:ln w="509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1" name="Group 40"/>
          <p:cNvGrpSpPr/>
          <p:nvPr/>
        </p:nvGrpSpPr>
        <p:grpSpPr>
          <a:xfrm>
            <a:off x="619125" y="3428909"/>
            <a:ext cx="2100491" cy="571452"/>
            <a:chOff x="619125" y="3428909"/>
            <a:chExt cx="2100491" cy="571452"/>
          </a:xfrm>
        </p:grpSpPr>
        <p:sp>
          <p:nvSpPr>
            <p:cNvPr id="38" name="TextBox 37"/>
            <p:cNvSpPr txBox="1"/>
            <p:nvPr/>
          </p:nvSpPr>
          <p:spPr>
            <a:xfrm>
              <a:off x="619125" y="3428909"/>
              <a:ext cx="241556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Internet Layer: Equivalent to OSI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9125" y="3619409"/>
              <a:ext cx="241556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L3; manages routing and logical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19125" y="3809909"/>
              <a:ext cx="2415564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addressing.</a:t>
              </a:r>
            </a:p>
          </p:txBody>
        </p:sp>
      </p:grpSp>
      <p:sp>
        <p:nvSpPr>
          <p:cNvPr id="42" name="Rounded Rectangle 41"/>
          <p:cNvSpPr/>
          <p:nvPr/>
        </p:nvSpPr>
        <p:spPr>
          <a:xfrm>
            <a:off x="3561615" y="3630113"/>
            <a:ext cx="312993" cy="313645"/>
          </a:xfrm>
          <a:custGeom>
            <a:avLst/>
            <a:gdLst/>
            <a:ahLst/>
            <a:cxnLst/>
            <a:rect l="0" t="0" r="0" b="0"/>
            <a:pathLst>
              <a:path w="312993" h="313645">
                <a:moveTo>
                  <a:pt x="102705" y="209160"/>
                </a:moveTo>
                <a:cubicBezTo>
                  <a:pt x="106539" y="212983"/>
                  <a:pt x="108695" y="218175"/>
                  <a:pt x="108697" y="223589"/>
                </a:cubicBezTo>
                <a:lnTo>
                  <a:pt x="108697" y="293264"/>
                </a:lnTo>
                <a:cubicBezTo>
                  <a:pt x="108697" y="304520"/>
                  <a:pt x="99572" y="313645"/>
                  <a:pt x="88316" y="313645"/>
                </a:cubicBezTo>
                <a:lnTo>
                  <a:pt x="20380" y="313645"/>
                </a:lnTo>
                <a:cubicBezTo>
                  <a:pt x="9124" y="313645"/>
                  <a:pt x="0" y="304520"/>
                  <a:pt x="0" y="293264"/>
                </a:cubicBezTo>
                <a:lnTo>
                  <a:pt x="0" y="194757"/>
                </a:lnTo>
                <a:cubicBezTo>
                  <a:pt x="0" y="183502"/>
                  <a:pt x="9124" y="174377"/>
                  <a:pt x="20380" y="174377"/>
                </a:cubicBezTo>
                <a:lnTo>
                  <a:pt x="59402" y="174377"/>
                </a:lnTo>
                <a:cubicBezTo>
                  <a:pt x="64801" y="174382"/>
                  <a:pt x="69978" y="176521"/>
                  <a:pt x="73805" y="180328"/>
                </a:cubicBezTo>
                <a:close/>
                <a:moveTo>
                  <a:pt x="265438" y="200410"/>
                </a:moveTo>
                <a:lnTo>
                  <a:pt x="265438" y="220790"/>
                </a:lnTo>
                <a:moveTo>
                  <a:pt x="265438" y="261552"/>
                </a:moveTo>
                <a:lnTo>
                  <a:pt x="265438" y="271742"/>
                </a:lnTo>
                <a:cubicBezTo>
                  <a:pt x="265438" y="282998"/>
                  <a:pt x="256313" y="292123"/>
                  <a:pt x="245057" y="292123"/>
                </a:cubicBezTo>
                <a:lnTo>
                  <a:pt x="234867" y="292123"/>
                </a:lnTo>
                <a:moveTo>
                  <a:pt x="194105" y="292123"/>
                </a:moveTo>
                <a:lnTo>
                  <a:pt x="163534" y="292123"/>
                </a:lnTo>
                <a:moveTo>
                  <a:pt x="48044" y="129077"/>
                </a:moveTo>
                <a:lnTo>
                  <a:pt x="48044" y="105300"/>
                </a:lnTo>
                <a:moveTo>
                  <a:pt x="48044" y="64538"/>
                </a:moveTo>
                <a:lnTo>
                  <a:pt x="48044" y="54348"/>
                </a:lnTo>
                <a:cubicBezTo>
                  <a:pt x="48044" y="43092"/>
                  <a:pt x="57168" y="33967"/>
                  <a:pt x="68424" y="33967"/>
                </a:cubicBezTo>
                <a:lnTo>
                  <a:pt x="78615" y="33967"/>
                </a:lnTo>
                <a:moveTo>
                  <a:pt x="119376" y="33967"/>
                </a:moveTo>
                <a:lnTo>
                  <a:pt x="149947" y="33967"/>
                </a:lnTo>
                <a:moveTo>
                  <a:pt x="211089" y="54348"/>
                </a:moveTo>
                <a:lnTo>
                  <a:pt x="292612" y="54348"/>
                </a:lnTo>
                <a:cubicBezTo>
                  <a:pt x="292612" y="54348"/>
                  <a:pt x="312993" y="54348"/>
                  <a:pt x="312993" y="74729"/>
                </a:cubicBezTo>
                <a:lnTo>
                  <a:pt x="312993" y="135871"/>
                </a:lnTo>
                <a:cubicBezTo>
                  <a:pt x="312993" y="135871"/>
                  <a:pt x="312993" y="156252"/>
                  <a:pt x="292612" y="156252"/>
                </a:cubicBezTo>
                <a:lnTo>
                  <a:pt x="211089" y="156252"/>
                </a:lnTo>
                <a:cubicBezTo>
                  <a:pt x="211089" y="156252"/>
                  <a:pt x="190708" y="156252"/>
                  <a:pt x="190708" y="135871"/>
                </a:cubicBezTo>
                <a:lnTo>
                  <a:pt x="190708" y="74729"/>
                </a:lnTo>
                <a:cubicBezTo>
                  <a:pt x="190708" y="74729"/>
                  <a:pt x="190708" y="54348"/>
                  <a:pt x="211089" y="54348"/>
                </a:cubicBezTo>
                <a:moveTo>
                  <a:pt x="251851" y="0"/>
                </a:moveTo>
                <a:lnTo>
                  <a:pt x="251851" y="0"/>
                </a:lnTo>
                <a:cubicBezTo>
                  <a:pt x="229339" y="0"/>
                  <a:pt x="211089" y="18249"/>
                  <a:pt x="211089" y="40761"/>
                </a:cubicBezTo>
                <a:lnTo>
                  <a:pt x="211089" y="54348"/>
                </a:lnTo>
                <a:lnTo>
                  <a:pt x="292612" y="54348"/>
                </a:lnTo>
                <a:lnTo>
                  <a:pt x="292612" y="40761"/>
                </a:lnTo>
                <a:cubicBezTo>
                  <a:pt x="292612" y="18249"/>
                  <a:pt x="274362" y="0"/>
                  <a:pt x="251851" y="0"/>
                </a:cubicBezTo>
                <a:close/>
                <a:moveTo>
                  <a:pt x="251851" y="100599"/>
                </a:moveTo>
                <a:lnTo>
                  <a:pt x="251851" y="100599"/>
                </a:lnTo>
                <a:cubicBezTo>
                  <a:pt x="249037" y="100599"/>
                  <a:pt x="246755" y="102880"/>
                  <a:pt x="246755" y="105694"/>
                </a:cubicBezTo>
                <a:cubicBezTo>
                  <a:pt x="246755" y="108508"/>
                  <a:pt x="249037" y="110789"/>
                  <a:pt x="251851" y="110789"/>
                </a:cubicBezTo>
                <a:cubicBezTo>
                  <a:pt x="254665" y="110789"/>
                  <a:pt x="256946" y="108508"/>
                  <a:pt x="256946" y="105694"/>
                </a:cubicBezTo>
                <a:cubicBezTo>
                  <a:pt x="256946" y="102880"/>
                  <a:pt x="254665" y="100599"/>
                  <a:pt x="251851" y="100599"/>
                </a:cubicBezTo>
              </a:path>
            </a:pathLst>
          </a:custGeom>
          <a:noFill/>
          <a:ln w="509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326841" y="3623890"/>
            <a:ext cx="315900" cy="315899"/>
          </a:xfrm>
          <a:custGeom>
            <a:avLst/>
            <a:gdLst/>
            <a:ahLst/>
            <a:cxnLst/>
            <a:rect l="0" t="0" r="0" b="0"/>
            <a:pathLst>
              <a:path w="315900" h="315899">
                <a:moveTo>
                  <a:pt x="121605" y="242530"/>
                </a:moveTo>
                <a:cubicBezTo>
                  <a:pt x="145618" y="242530"/>
                  <a:pt x="165085" y="223064"/>
                  <a:pt x="165085" y="199050"/>
                </a:cubicBezTo>
                <a:cubicBezTo>
                  <a:pt x="165085" y="175037"/>
                  <a:pt x="145618" y="155572"/>
                  <a:pt x="121605" y="155572"/>
                </a:cubicBezTo>
                <a:cubicBezTo>
                  <a:pt x="97592" y="155572"/>
                  <a:pt x="78126" y="175037"/>
                  <a:pt x="78126" y="199050"/>
                </a:cubicBezTo>
                <a:cubicBezTo>
                  <a:pt x="78126" y="223064"/>
                  <a:pt x="97592" y="242530"/>
                  <a:pt x="121605" y="242530"/>
                </a:cubicBezTo>
                <a:close/>
                <a:moveTo>
                  <a:pt x="0" y="0"/>
                </a:moveTo>
                <a:moveTo>
                  <a:pt x="154083" y="170211"/>
                </a:moveTo>
                <a:lnTo>
                  <a:pt x="225301" y="119938"/>
                </a:lnTo>
                <a:moveTo>
                  <a:pt x="0" y="0"/>
                </a:moveTo>
                <a:moveTo>
                  <a:pt x="165085" y="199050"/>
                </a:moveTo>
                <a:lnTo>
                  <a:pt x="266988" y="199050"/>
                </a:lnTo>
                <a:moveTo>
                  <a:pt x="246606" y="132473"/>
                </a:moveTo>
                <a:cubicBezTo>
                  <a:pt x="260113" y="132473"/>
                  <a:pt x="271063" y="121523"/>
                  <a:pt x="271063" y="108016"/>
                </a:cubicBezTo>
                <a:cubicBezTo>
                  <a:pt x="271063" y="94509"/>
                  <a:pt x="260113" y="83559"/>
                  <a:pt x="246606" y="83559"/>
                </a:cubicBezTo>
                <a:cubicBezTo>
                  <a:pt x="233099" y="83559"/>
                  <a:pt x="222149" y="94509"/>
                  <a:pt x="222149" y="108016"/>
                </a:cubicBezTo>
                <a:cubicBezTo>
                  <a:pt x="222149" y="121523"/>
                  <a:pt x="233099" y="132473"/>
                  <a:pt x="246606" y="132473"/>
                </a:cubicBezTo>
                <a:close/>
                <a:moveTo>
                  <a:pt x="291444" y="223505"/>
                </a:moveTo>
                <a:cubicBezTo>
                  <a:pt x="304950" y="223505"/>
                  <a:pt x="315900" y="212557"/>
                  <a:pt x="315900" y="199050"/>
                </a:cubicBezTo>
                <a:cubicBezTo>
                  <a:pt x="315900" y="185541"/>
                  <a:pt x="304950" y="174593"/>
                  <a:pt x="291444" y="174593"/>
                </a:cubicBezTo>
                <a:cubicBezTo>
                  <a:pt x="277937" y="174593"/>
                  <a:pt x="266987" y="185541"/>
                  <a:pt x="266987" y="199050"/>
                </a:cubicBezTo>
                <a:cubicBezTo>
                  <a:pt x="266987" y="212557"/>
                  <a:pt x="277937" y="223505"/>
                  <a:pt x="291444" y="223505"/>
                </a:cubicBezTo>
                <a:close/>
                <a:moveTo>
                  <a:pt x="0" y="0"/>
                </a:moveTo>
                <a:moveTo>
                  <a:pt x="153317" y="228751"/>
                </a:moveTo>
                <a:lnTo>
                  <a:pt x="225833" y="278517"/>
                </a:lnTo>
                <a:moveTo>
                  <a:pt x="246606" y="315899"/>
                </a:moveTo>
                <a:cubicBezTo>
                  <a:pt x="260113" y="315899"/>
                  <a:pt x="271063" y="304949"/>
                  <a:pt x="271063" y="291442"/>
                </a:cubicBezTo>
                <a:cubicBezTo>
                  <a:pt x="271063" y="277935"/>
                  <a:pt x="260113" y="266985"/>
                  <a:pt x="246606" y="266985"/>
                </a:cubicBezTo>
                <a:cubicBezTo>
                  <a:pt x="233099" y="266985"/>
                  <a:pt x="222149" y="277935"/>
                  <a:pt x="222149" y="291442"/>
                </a:cubicBezTo>
                <a:cubicBezTo>
                  <a:pt x="222149" y="304949"/>
                  <a:pt x="233099" y="315899"/>
                  <a:pt x="246606" y="315899"/>
                </a:cubicBezTo>
                <a:close/>
                <a:moveTo>
                  <a:pt x="0" y="0"/>
                </a:moveTo>
                <a:moveTo>
                  <a:pt x="257554" y="269565"/>
                </a:moveTo>
                <a:lnTo>
                  <a:pt x="284630" y="222542"/>
                </a:lnTo>
                <a:moveTo>
                  <a:pt x="0" y="0"/>
                </a:moveTo>
                <a:moveTo>
                  <a:pt x="257542" y="129867"/>
                </a:moveTo>
                <a:lnTo>
                  <a:pt x="284010" y="175839"/>
                </a:lnTo>
                <a:moveTo>
                  <a:pt x="48235" y="156931"/>
                </a:moveTo>
                <a:lnTo>
                  <a:pt x="10191" y="125680"/>
                </a:lnTo>
                <a:lnTo>
                  <a:pt x="10191" y="10190"/>
                </a:lnTo>
                <a:lnTo>
                  <a:pt x="78126" y="44158"/>
                </a:lnTo>
                <a:lnTo>
                  <a:pt x="146063" y="10190"/>
                </a:lnTo>
                <a:lnTo>
                  <a:pt x="146063" y="118887"/>
                </a:lnTo>
                <a:moveTo>
                  <a:pt x="78126" y="125680"/>
                </a:moveTo>
                <a:lnTo>
                  <a:pt x="78126" y="44158"/>
                </a:lnTo>
              </a:path>
            </a:pathLst>
          </a:custGeom>
          <a:noFill/>
          <a:ln w="5093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981730" y="3725795"/>
            <a:ext cx="1199435" cy="1222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1">
                <a:solidFill>
                  <a:srgbClr val="22403B"/>
                </a:solidFill>
                <a:latin typeface="Roboto Slab"/>
              </a:rPr>
              <a:t>End-to-end reliability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3505" y="3725795"/>
            <a:ext cx="1547906" cy="1222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1">
                <a:solidFill>
                  <a:srgbClr val="22403B"/>
                </a:solidFill>
                <a:latin typeface="Roboto Slab"/>
              </a:rPr>
              <a:t>OSI's theoretical foundation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390525" y="1143000"/>
            <a:ext cx="2447925" cy="342900"/>
            <a:chOff x="390525" y="1143000"/>
            <a:chExt cx="2447925" cy="342900"/>
          </a:xfrm>
        </p:grpSpPr>
        <p:sp>
          <p:nvSpPr>
            <p:cNvPr id="46" name="TextBox 45"/>
            <p:cNvSpPr txBox="1"/>
            <p:nvPr/>
          </p:nvSpPr>
          <p:spPr>
            <a:xfrm>
              <a:off x="390525" y="1143000"/>
              <a:ext cx="281511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22403B"/>
                  </a:solidFill>
                  <a:latin typeface="Roboto"/>
                </a:rPr>
                <a:t>Mapping the conceptual framework to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90525" y="1314450"/>
              <a:ext cx="2815113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22403B"/>
                  </a:solidFill>
                  <a:latin typeface="Roboto"/>
                </a:rPr>
                <a:t>the practical protocol suite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390525" y="371475"/>
            <a:ext cx="9059298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100" b="1">
                <a:solidFill>
                  <a:srgbClr val="22403B"/>
                </a:solidFill>
                <a:latin typeface="Roboto Slab"/>
              </a:rPr>
              <a:t>TCP/IP vs. OSI: Architectural Comparison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619125" y="4228961"/>
            <a:ext cx="2133009" cy="571452"/>
            <a:chOff x="619125" y="4228961"/>
            <a:chExt cx="2133009" cy="571452"/>
          </a:xfrm>
        </p:grpSpPr>
        <p:sp>
          <p:nvSpPr>
            <p:cNvPr id="50" name="TextBox 49"/>
            <p:cNvSpPr txBox="1"/>
            <p:nvPr/>
          </p:nvSpPr>
          <p:spPr>
            <a:xfrm>
              <a:off x="619125" y="4228961"/>
              <a:ext cx="245296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Network Access: Combines OSI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19125" y="4419461"/>
              <a:ext cx="245296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L1 and L2; manages the physical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19125" y="4609961"/>
              <a:ext cx="2452960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network interface.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3309613" y="1300784"/>
            <a:ext cx="2524658" cy="946699"/>
            <a:chOff x="3309613" y="1300784"/>
            <a:chExt cx="2524658" cy="946699"/>
          </a:xfrm>
        </p:grpSpPr>
        <p:sp>
          <p:nvSpPr>
            <p:cNvPr id="2" name="Rounded Rectangle 1"/>
            <p:cNvSpPr/>
            <p:nvPr/>
          </p:nvSpPr>
          <p:spPr>
            <a:xfrm>
              <a:off x="3309727" y="1458566"/>
              <a:ext cx="2524544" cy="631136"/>
            </a:xfrm>
            <a:custGeom>
              <a:avLst/>
              <a:gdLst/>
              <a:ahLst/>
              <a:cxnLst/>
              <a:rect l="0" t="0" r="0" b="0"/>
              <a:pathLst>
                <a:path w="2524544" h="631136">
                  <a:moveTo>
                    <a:pt x="0" y="0"/>
                  </a:moveTo>
                  <a:lnTo>
                    <a:pt x="2524544" y="0"/>
                  </a:lnTo>
                  <a:lnTo>
                    <a:pt x="2524544" y="631136"/>
                  </a:lnTo>
                  <a:lnTo>
                    <a:pt x="0" y="631136"/>
                  </a:lnTo>
                  <a:lnTo>
                    <a:pt x="0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3309613" y="2089702"/>
              <a:ext cx="2524648" cy="157781"/>
            </a:xfrm>
            <a:custGeom>
              <a:avLst/>
              <a:gdLst/>
              <a:ahLst/>
              <a:cxnLst/>
              <a:rect l="0" t="0" r="0" b="0"/>
              <a:pathLst>
                <a:path w="2524648" h="157781">
                  <a:moveTo>
                    <a:pt x="0" y="0"/>
                  </a:moveTo>
                  <a:lnTo>
                    <a:pt x="1972294" y="0"/>
                  </a:lnTo>
                  <a:lnTo>
                    <a:pt x="2524648" y="157781"/>
                  </a:lnTo>
                  <a:lnTo>
                    <a:pt x="552354" y="157781"/>
                  </a:lnTo>
                  <a:lnTo>
                    <a:pt x="0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281974" y="1300784"/>
              <a:ext cx="552240" cy="157781"/>
            </a:xfrm>
            <a:custGeom>
              <a:avLst/>
              <a:gdLst/>
              <a:ahLst/>
              <a:cxnLst/>
              <a:rect l="0" t="0" r="0" b="0"/>
              <a:pathLst>
                <a:path w="552240" h="157781">
                  <a:moveTo>
                    <a:pt x="0" y="0"/>
                  </a:moveTo>
                  <a:lnTo>
                    <a:pt x="552240" y="157781"/>
                  </a:lnTo>
                  <a:lnTo>
                    <a:pt x="114" y="157781"/>
                  </a:lnTo>
                  <a:lnTo>
                    <a:pt x="114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309613" y="1300784"/>
            <a:ext cx="2524654" cy="946701"/>
            <a:chOff x="3309613" y="1300784"/>
            <a:chExt cx="2524654" cy="946701"/>
          </a:xfrm>
        </p:grpSpPr>
        <p:sp>
          <p:nvSpPr>
            <p:cNvPr id="6" name="Rounded Rectangle 5"/>
            <p:cNvSpPr/>
            <p:nvPr/>
          </p:nvSpPr>
          <p:spPr>
            <a:xfrm>
              <a:off x="3309729" y="1458567"/>
              <a:ext cx="2524538" cy="631134"/>
            </a:xfrm>
            <a:custGeom>
              <a:avLst/>
              <a:gdLst/>
              <a:ahLst/>
              <a:cxnLst/>
              <a:rect l="0" t="0" r="0" b="0"/>
              <a:pathLst>
                <a:path w="2524538" h="631134">
                  <a:moveTo>
                    <a:pt x="0" y="0"/>
                  </a:moveTo>
                  <a:lnTo>
                    <a:pt x="2524538" y="0"/>
                  </a:lnTo>
                  <a:lnTo>
                    <a:pt x="2524538" y="631134"/>
                  </a:lnTo>
                  <a:lnTo>
                    <a:pt x="0" y="631134"/>
                  </a:lnTo>
                  <a:close/>
                </a:path>
              </a:pathLst>
            </a:custGeom>
            <a:noFill/>
            <a:ln w="4929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309613" y="2089702"/>
              <a:ext cx="2524653" cy="157783"/>
            </a:xfrm>
            <a:custGeom>
              <a:avLst/>
              <a:gdLst/>
              <a:ahLst/>
              <a:cxnLst/>
              <a:rect l="0" t="0" r="0" b="0"/>
              <a:pathLst>
                <a:path w="2524653" h="157783">
                  <a:moveTo>
                    <a:pt x="0" y="0"/>
                  </a:moveTo>
                  <a:lnTo>
                    <a:pt x="1972296" y="0"/>
                  </a:lnTo>
                  <a:lnTo>
                    <a:pt x="2524653" y="157783"/>
                  </a:lnTo>
                  <a:lnTo>
                    <a:pt x="552357" y="15778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4929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947387" y="1300784"/>
              <a:ext cx="1886830" cy="631134"/>
            </a:xfrm>
            <a:custGeom>
              <a:avLst/>
              <a:gdLst/>
              <a:ahLst/>
              <a:cxnLst/>
              <a:rect l="0" t="0" r="0" b="0"/>
              <a:pathLst>
                <a:path w="1886830" h="631134">
                  <a:moveTo>
                    <a:pt x="1334587" y="0"/>
                  </a:moveTo>
                  <a:lnTo>
                    <a:pt x="1886830" y="157783"/>
                  </a:lnTo>
                  <a:lnTo>
                    <a:pt x="1334701" y="157783"/>
                  </a:lnTo>
                  <a:lnTo>
                    <a:pt x="1334587" y="0"/>
                  </a:lnTo>
                  <a:close/>
                  <a:moveTo>
                    <a:pt x="0" y="315567"/>
                  </a:moveTo>
                  <a:lnTo>
                    <a:pt x="0" y="631134"/>
                  </a:lnTo>
                </a:path>
              </a:pathLst>
            </a:custGeom>
            <a:noFill/>
            <a:ln w="4929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0" name="Rounded Rectangle 9"/>
          <p:cNvSpPr/>
          <p:nvPr/>
        </p:nvSpPr>
        <p:spPr>
          <a:xfrm>
            <a:off x="3073054" y="1774134"/>
            <a:ext cx="236675" cy="9525"/>
          </a:xfrm>
          <a:custGeom>
            <a:avLst/>
            <a:gdLst/>
            <a:ahLst/>
            <a:cxnLst/>
            <a:rect l="0" t="0" r="0" b="0"/>
            <a:pathLst>
              <a:path w="236675" h="9525">
                <a:moveTo>
                  <a:pt x="236675" y="0"/>
                </a:moveTo>
                <a:lnTo>
                  <a:pt x="0" y="0"/>
                </a:lnTo>
              </a:path>
            </a:pathLst>
          </a:custGeom>
          <a:noFill/>
          <a:ln w="492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3" name="Group 12"/>
          <p:cNvGrpSpPr/>
          <p:nvPr/>
        </p:nvGrpSpPr>
        <p:grpSpPr>
          <a:xfrm>
            <a:off x="3309613" y="2247486"/>
            <a:ext cx="2524658" cy="788917"/>
            <a:chOff x="3309613" y="2247486"/>
            <a:chExt cx="2524658" cy="788917"/>
          </a:xfrm>
        </p:grpSpPr>
        <p:sp>
          <p:nvSpPr>
            <p:cNvPr id="11" name="Rounded Rectangle 10"/>
            <p:cNvSpPr/>
            <p:nvPr/>
          </p:nvSpPr>
          <p:spPr>
            <a:xfrm>
              <a:off x="3309727" y="2247486"/>
              <a:ext cx="2524544" cy="631136"/>
            </a:xfrm>
            <a:custGeom>
              <a:avLst/>
              <a:gdLst/>
              <a:ahLst/>
              <a:cxnLst/>
              <a:rect l="0" t="0" r="0" b="0"/>
              <a:pathLst>
                <a:path w="2524544" h="631136">
                  <a:moveTo>
                    <a:pt x="0" y="0"/>
                  </a:moveTo>
                  <a:lnTo>
                    <a:pt x="2524544" y="0"/>
                  </a:lnTo>
                  <a:lnTo>
                    <a:pt x="2524544" y="631136"/>
                  </a:lnTo>
                  <a:lnTo>
                    <a:pt x="0" y="631136"/>
                  </a:lnTo>
                  <a:lnTo>
                    <a:pt x="0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309613" y="2878622"/>
              <a:ext cx="2524648" cy="157781"/>
            </a:xfrm>
            <a:custGeom>
              <a:avLst/>
              <a:gdLst/>
              <a:ahLst/>
              <a:cxnLst/>
              <a:rect l="0" t="0" r="0" b="0"/>
              <a:pathLst>
                <a:path w="2524648" h="157781">
                  <a:moveTo>
                    <a:pt x="0" y="0"/>
                  </a:moveTo>
                  <a:lnTo>
                    <a:pt x="1972294" y="0"/>
                  </a:lnTo>
                  <a:lnTo>
                    <a:pt x="2524648" y="157781"/>
                  </a:lnTo>
                  <a:lnTo>
                    <a:pt x="552354" y="157781"/>
                  </a:lnTo>
                  <a:lnTo>
                    <a:pt x="0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309613" y="2247486"/>
            <a:ext cx="2524654" cy="788917"/>
            <a:chOff x="3309613" y="2247486"/>
            <a:chExt cx="2524654" cy="788917"/>
          </a:xfrm>
        </p:grpSpPr>
        <p:sp>
          <p:nvSpPr>
            <p:cNvPr id="14" name="Rounded Rectangle 13"/>
            <p:cNvSpPr/>
            <p:nvPr/>
          </p:nvSpPr>
          <p:spPr>
            <a:xfrm>
              <a:off x="3309729" y="2247486"/>
              <a:ext cx="2524538" cy="631134"/>
            </a:xfrm>
            <a:custGeom>
              <a:avLst/>
              <a:gdLst/>
              <a:ahLst/>
              <a:cxnLst/>
              <a:rect l="0" t="0" r="0" b="0"/>
              <a:pathLst>
                <a:path w="2524538" h="631134">
                  <a:moveTo>
                    <a:pt x="0" y="0"/>
                  </a:moveTo>
                  <a:lnTo>
                    <a:pt x="2524538" y="0"/>
                  </a:lnTo>
                  <a:lnTo>
                    <a:pt x="2524538" y="631134"/>
                  </a:lnTo>
                  <a:lnTo>
                    <a:pt x="0" y="631134"/>
                  </a:lnTo>
                  <a:close/>
                </a:path>
              </a:pathLst>
            </a:custGeom>
            <a:noFill/>
            <a:ln w="4929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309613" y="2405269"/>
              <a:ext cx="2524653" cy="631134"/>
            </a:xfrm>
            <a:custGeom>
              <a:avLst/>
              <a:gdLst/>
              <a:ahLst/>
              <a:cxnLst/>
              <a:rect l="0" t="0" r="0" b="0"/>
              <a:pathLst>
                <a:path w="2524653" h="631134">
                  <a:moveTo>
                    <a:pt x="0" y="473351"/>
                  </a:moveTo>
                  <a:lnTo>
                    <a:pt x="1972296" y="473351"/>
                  </a:lnTo>
                  <a:lnTo>
                    <a:pt x="2524653" y="631134"/>
                  </a:lnTo>
                  <a:lnTo>
                    <a:pt x="552357" y="631134"/>
                  </a:lnTo>
                  <a:lnTo>
                    <a:pt x="0" y="473351"/>
                  </a:lnTo>
                  <a:close/>
                  <a:moveTo>
                    <a:pt x="637773" y="0"/>
                  </a:moveTo>
                  <a:lnTo>
                    <a:pt x="637773" y="315567"/>
                  </a:lnTo>
                </a:path>
              </a:pathLst>
            </a:custGeom>
            <a:noFill/>
            <a:ln w="4929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5834269" y="2563053"/>
            <a:ext cx="236675" cy="9525"/>
          </a:xfrm>
          <a:custGeom>
            <a:avLst/>
            <a:gdLst/>
            <a:ahLst/>
            <a:cxnLst/>
            <a:rect l="0" t="0" r="0" b="0"/>
            <a:pathLst>
              <a:path w="236675" h="9525">
                <a:moveTo>
                  <a:pt x="236675" y="0"/>
                </a:moveTo>
                <a:lnTo>
                  <a:pt x="0" y="0"/>
                </a:lnTo>
              </a:path>
            </a:pathLst>
          </a:custGeom>
          <a:noFill/>
          <a:ln w="492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Group 19"/>
          <p:cNvGrpSpPr/>
          <p:nvPr/>
        </p:nvGrpSpPr>
        <p:grpSpPr>
          <a:xfrm>
            <a:off x="3309613" y="3036404"/>
            <a:ext cx="2524658" cy="788917"/>
            <a:chOff x="3309613" y="3036404"/>
            <a:chExt cx="2524658" cy="788917"/>
          </a:xfrm>
        </p:grpSpPr>
        <p:sp>
          <p:nvSpPr>
            <p:cNvPr id="18" name="Rounded Rectangle 17"/>
            <p:cNvSpPr/>
            <p:nvPr/>
          </p:nvSpPr>
          <p:spPr>
            <a:xfrm>
              <a:off x="3309727" y="3036404"/>
              <a:ext cx="2524544" cy="631136"/>
            </a:xfrm>
            <a:custGeom>
              <a:avLst/>
              <a:gdLst/>
              <a:ahLst/>
              <a:cxnLst/>
              <a:rect l="0" t="0" r="0" b="0"/>
              <a:pathLst>
                <a:path w="2524544" h="631136">
                  <a:moveTo>
                    <a:pt x="0" y="0"/>
                  </a:moveTo>
                  <a:lnTo>
                    <a:pt x="2524544" y="0"/>
                  </a:lnTo>
                  <a:lnTo>
                    <a:pt x="2524544" y="631136"/>
                  </a:lnTo>
                  <a:lnTo>
                    <a:pt x="0" y="631136"/>
                  </a:lnTo>
                  <a:lnTo>
                    <a:pt x="0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309613" y="3667540"/>
              <a:ext cx="2524648" cy="157781"/>
            </a:xfrm>
            <a:custGeom>
              <a:avLst/>
              <a:gdLst/>
              <a:ahLst/>
              <a:cxnLst/>
              <a:rect l="0" t="0" r="0" b="0"/>
              <a:pathLst>
                <a:path w="2524648" h="157781">
                  <a:moveTo>
                    <a:pt x="0" y="0"/>
                  </a:moveTo>
                  <a:lnTo>
                    <a:pt x="1972294" y="0"/>
                  </a:lnTo>
                  <a:lnTo>
                    <a:pt x="2524648" y="157781"/>
                  </a:lnTo>
                  <a:lnTo>
                    <a:pt x="552354" y="157781"/>
                  </a:lnTo>
                  <a:lnTo>
                    <a:pt x="0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309613" y="3036404"/>
            <a:ext cx="2524654" cy="788917"/>
            <a:chOff x="3309613" y="3036404"/>
            <a:chExt cx="2524654" cy="788917"/>
          </a:xfrm>
        </p:grpSpPr>
        <p:sp>
          <p:nvSpPr>
            <p:cNvPr id="21" name="Rounded Rectangle 20"/>
            <p:cNvSpPr/>
            <p:nvPr/>
          </p:nvSpPr>
          <p:spPr>
            <a:xfrm>
              <a:off x="3309729" y="3036404"/>
              <a:ext cx="2524538" cy="631134"/>
            </a:xfrm>
            <a:custGeom>
              <a:avLst/>
              <a:gdLst/>
              <a:ahLst/>
              <a:cxnLst/>
              <a:rect l="0" t="0" r="0" b="0"/>
              <a:pathLst>
                <a:path w="2524538" h="631134">
                  <a:moveTo>
                    <a:pt x="0" y="0"/>
                  </a:moveTo>
                  <a:lnTo>
                    <a:pt x="2524538" y="0"/>
                  </a:lnTo>
                  <a:lnTo>
                    <a:pt x="2524538" y="631134"/>
                  </a:lnTo>
                  <a:lnTo>
                    <a:pt x="0" y="631134"/>
                  </a:lnTo>
                  <a:close/>
                </a:path>
              </a:pathLst>
            </a:custGeom>
            <a:noFill/>
            <a:ln w="4929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309613" y="3194187"/>
              <a:ext cx="2524653" cy="631134"/>
            </a:xfrm>
            <a:custGeom>
              <a:avLst/>
              <a:gdLst/>
              <a:ahLst/>
              <a:cxnLst/>
              <a:rect l="0" t="0" r="0" b="0"/>
              <a:pathLst>
                <a:path w="2524653" h="631134">
                  <a:moveTo>
                    <a:pt x="0" y="473351"/>
                  </a:moveTo>
                  <a:lnTo>
                    <a:pt x="1972296" y="473351"/>
                  </a:lnTo>
                  <a:lnTo>
                    <a:pt x="2524653" y="631134"/>
                  </a:lnTo>
                  <a:lnTo>
                    <a:pt x="552357" y="631134"/>
                  </a:lnTo>
                  <a:lnTo>
                    <a:pt x="0" y="473351"/>
                  </a:lnTo>
                  <a:close/>
                  <a:moveTo>
                    <a:pt x="637773" y="0"/>
                  </a:moveTo>
                  <a:lnTo>
                    <a:pt x="637773" y="315567"/>
                  </a:lnTo>
                </a:path>
              </a:pathLst>
            </a:custGeom>
            <a:noFill/>
            <a:ln w="4929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4" name="Rounded Rectangle 23"/>
          <p:cNvSpPr/>
          <p:nvPr/>
        </p:nvSpPr>
        <p:spPr>
          <a:xfrm>
            <a:off x="3073054" y="3351971"/>
            <a:ext cx="236675" cy="9525"/>
          </a:xfrm>
          <a:custGeom>
            <a:avLst/>
            <a:gdLst/>
            <a:ahLst/>
            <a:cxnLst/>
            <a:rect l="0" t="0" r="0" b="0"/>
            <a:pathLst>
              <a:path w="236675" h="9525">
                <a:moveTo>
                  <a:pt x="236675" y="0"/>
                </a:moveTo>
                <a:lnTo>
                  <a:pt x="0" y="0"/>
                </a:lnTo>
              </a:path>
            </a:pathLst>
          </a:custGeom>
          <a:noFill/>
          <a:ln w="492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7" name="Group 26"/>
          <p:cNvGrpSpPr/>
          <p:nvPr/>
        </p:nvGrpSpPr>
        <p:grpSpPr>
          <a:xfrm>
            <a:off x="3309677" y="3825323"/>
            <a:ext cx="2524592" cy="788917"/>
            <a:chOff x="3309677" y="3825323"/>
            <a:chExt cx="2524592" cy="788917"/>
          </a:xfrm>
        </p:grpSpPr>
        <p:sp>
          <p:nvSpPr>
            <p:cNvPr id="25" name="Rounded Rectangle 24"/>
            <p:cNvSpPr/>
            <p:nvPr/>
          </p:nvSpPr>
          <p:spPr>
            <a:xfrm>
              <a:off x="3309725" y="3825323"/>
              <a:ext cx="2524544" cy="631136"/>
            </a:xfrm>
            <a:custGeom>
              <a:avLst/>
              <a:gdLst/>
              <a:ahLst/>
              <a:cxnLst/>
              <a:rect l="0" t="0" r="0" b="0"/>
              <a:pathLst>
                <a:path w="2524544" h="631136">
                  <a:moveTo>
                    <a:pt x="0" y="0"/>
                  </a:moveTo>
                  <a:lnTo>
                    <a:pt x="2524544" y="0"/>
                  </a:lnTo>
                  <a:lnTo>
                    <a:pt x="2524544" y="631136"/>
                  </a:lnTo>
                  <a:lnTo>
                    <a:pt x="0" y="631136"/>
                  </a:lnTo>
                  <a:lnTo>
                    <a:pt x="0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3309677" y="4456459"/>
              <a:ext cx="552126" cy="157781"/>
            </a:xfrm>
            <a:custGeom>
              <a:avLst/>
              <a:gdLst/>
              <a:ahLst/>
              <a:cxnLst/>
              <a:rect l="0" t="0" r="0" b="0"/>
              <a:pathLst>
                <a:path w="552126" h="157781">
                  <a:moveTo>
                    <a:pt x="0" y="0"/>
                  </a:moveTo>
                  <a:lnTo>
                    <a:pt x="552126" y="0"/>
                  </a:lnTo>
                  <a:lnTo>
                    <a:pt x="552126" y="157781"/>
                  </a:lnTo>
                  <a:lnTo>
                    <a:pt x="0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309677" y="3825323"/>
            <a:ext cx="2524590" cy="788918"/>
            <a:chOff x="3309677" y="3825323"/>
            <a:chExt cx="2524590" cy="788918"/>
          </a:xfrm>
        </p:grpSpPr>
        <p:sp>
          <p:nvSpPr>
            <p:cNvPr id="28" name="Rounded Rectangle 27"/>
            <p:cNvSpPr/>
            <p:nvPr/>
          </p:nvSpPr>
          <p:spPr>
            <a:xfrm>
              <a:off x="3309729" y="3825323"/>
              <a:ext cx="2524538" cy="631134"/>
            </a:xfrm>
            <a:custGeom>
              <a:avLst/>
              <a:gdLst/>
              <a:ahLst/>
              <a:cxnLst/>
              <a:rect l="0" t="0" r="0" b="0"/>
              <a:pathLst>
                <a:path w="2524538" h="631134">
                  <a:moveTo>
                    <a:pt x="0" y="0"/>
                  </a:moveTo>
                  <a:lnTo>
                    <a:pt x="2524538" y="0"/>
                  </a:lnTo>
                  <a:lnTo>
                    <a:pt x="2524538" y="631134"/>
                  </a:lnTo>
                  <a:lnTo>
                    <a:pt x="0" y="631134"/>
                  </a:lnTo>
                  <a:close/>
                </a:path>
              </a:pathLst>
            </a:custGeom>
            <a:noFill/>
            <a:ln w="4929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09677" y="3983107"/>
              <a:ext cx="637709" cy="631134"/>
            </a:xfrm>
            <a:custGeom>
              <a:avLst/>
              <a:gdLst/>
              <a:ahLst/>
              <a:cxnLst/>
              <a:rect l="0" t="0" r="0" b="0"/>
              <a:pathLst>
                <a:path w="637709" h="631134">
                  <a:moveTo>
                    <a:pt x="0" y="473351"/>
                  </a:moveTo>
                  <a:lnTo>
                    <a:pt x="552128" y="473351"/>
                  </a:lnTo>
                  <a:lnTo>
                    <a:pt x="552128" y="631134"/>
                  </a:lnTo>
                  <a:lnTo>
                    <a:pt x="552242" y="631134"/>
                  </a:lnTo>
                  <a:lnTo>
                    <a:pt x="0" y="473351"/>
                  </a:lnTo>
                  <a:close/>
                  <a:moveTo>
                    <a:pt x="637709" y="0"/>
                  </a:moveTo>
                  <a:lnTo>
                    <a:pt x="637709" y="315567"/>
                  </a:lnTo>
                </a:path>
              </a:pathLst>
            </a:custGeom>
            <a:noFill/>
            <a:ln w="4929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1" name="Rounded Rectangle 30"/>
          <p:cNvSpPr/>
          <p:nvPr/>
        </p:nvSpPr>
        <p:spPr>
          <a:xfrm>
            <a:off x="5834269" y="4140890"/>
            <a:ext cx="236675" cy="9525"/>
          </a:xfrm>
          <a:custGeom>
            <a:avLst/>
            <a:gdLst/>
            <a:ahLst/>
            <a:cxnLst/>
            <a:rect l="0" t="0" r="0" b="0"/>
            <a:pathLst>
              <a:path w="236675" h="9525">
                <a:moveTo>
                  <a:pt x="236675" y="0"/>
                </a:moveTo>
                <a:lnTo>
                  <a:pt x="0" y="0"/>
                </a:lnTo>
              </a:path>
            </a:pathLst>
          </a:custGeom>
          <a:noFill/>
          <a:ln w="492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467461" y="2405269"/>
            <a:ext cx="307757" cy="304469"/>
          </a:xfrm>
          <a:custGeom>
            <a:avLst/>
            <a:gdLst/>
            <a:ahLst/>
            <a:cxnLst/>
            <a:rect l="0" t="0" r="0" b="0"/>
            <a:pathLst>
              <a:path w="307757" h="304469">
                <a:moveTo>
                  <a:pt x="174220" y="55220"/>
                </a:moveTo>
                <a:cubicBezTo>
                  <a:pt x="215639" y="68163"/>
                  <a:pt x="248138" y="100218"/>
                  <a:pt x="259176" y="142606"/>
                </a:cubicBezTo>
                <a:moveTo>
                  <a:pt x="29584" y="237987"/>
                </a:moveTo>
                <a:cubicBezTo>
                  <a:pt x="19065" y="219579"/>
                  <a:pt x="13805" y="198541"/>
                  <a:pt x="13805" y="176189"/>
                </a:cubicBezTo>
                <a:cubicBezTo>
                  <a:pt x="13805" y="119650"/>
                  <a:pt x="51936" y="71000"/>
                  <a:pt x="104531" y="56536"/>
                </a:cubicBezTo>
                <a:moveTo>
                  <a:pt x="76920" y="284007"/>
                </a:moveTo>
                <a:cubicBezTo>
                  <a:pt x="95328" y="294526"/>
                  <a:pt x="116365" y="299786"/>
                  <a:pt x="138718" y="299786"/>
                </a:cubicBezTo>
                <a:cubicBezTo>
                  <a:pt x="195021" y="299786"/>
                  <a:pt x="243853" y="261180"/>
                  <a:pt x="258549" y="209421"/>
                </a:cubicBezTo>
                <a:moveTo>
                  <a:pt x="44890" y="304469"/>
                </a:moveTo>
                <a:cubicBezTo>
                  <a:pt x="64236" y="304469"/>
                  <a:pt x="79919" y="288787"/>
                  <a:pt x="79919" y="269440"/>
                </a:cubicBezTo>
                <a:cubicBezTo>
                  <a:pt x="79919" y="250095"/>
                  <a:pt x="64236" y="234412"/>
                  <a:pt x="44890" y="234412"/>
                </a:cubicBezTo>
                <a:cubicBezTo>
                  <a:pt x="25544" y="234412"/>
                  <a:pt x="9861" y="250095"/>
                  <a:pt x="9861" y="269440"/>
                </a:cubicBezTo>
                <a:cubicBezTo>
                  <a:pt x="9861" y="288787"/>
                  <a:pt x="25544" y="304469"/>
                  <a:pt x="44890" y="304469"/>
                </a:cubicBezTo>
                <a:close/>
                <a:moveTo>
                  <a:pt x="269957" y="81357"/>
                </a:moveTo>
                <a:cubicBezTo>
                  <a:pt x="289701" y="81357"/>
                  <a:pt x="305705" y="65352"/>
                  <a:pt x="305705" y="45609"/>
                </a:cubicBezTo>
                <a:cubicBezTo>
                  <a:pt x="305705" y="25866"/>
                  <a:pt x="289701" y="9861"/>
                  <a:pt x="269957" y="9861"/>
                </a:cubicBezTo>
                <a:cubicBezTo>
                  <a:pt x="250214" y="9861"/>
                  <a:pt x="234210" y="25866"/>
                  <a:pt x="234210" y="45609"/>
                </a:cubicBezTo>
                <a:cubicBezTo>
                  <a:pt x="234210" y="65352"/>
                  <a:pt x="250214" y="81357"/>
                  <a:pt x="269957" y="81357"/>
                </a:cubicBezTo>
                <a:close/>
                <a:moveTo>
                  <a:pt x="139169" y="83038"/>
                </a:moveTo>
                <a:cubicBezTo>
                  <a:pt x="158978" y="83038"/>
                  <a:pt x="175038" y="66979"/>
                  <a:pt x="175038" y="47168"/>
                </a:cubicBezTo>
                <a:cubicBezTo>
                  <a:pt x="175038" y="27358"/>
                  <a:pt x="158978" y="11299"/>
                  <a:pt x="139169" y="11299"/>
                </a:cubicBezTo>
                <a:cubicBezTo>
                  <a:pt x="119358" y="11299"/>
                  <a:pt x="103299" y="27358"/>
                  <a:pt x="103299" y="47168"/>
                </a:cubicBezTo>
                <a:cubicBezTo>
                  <a:pt x="103299" y="66979"/>
                  <a:pt x="119358" y="83038"/>
                  <a:pt x="139169" y="83038"/>
                </a:cubicBezTo>
                <a:close/>
                <a:moveTo>
                  <a:pt x="271887" y="212059"/>
                </a:moveTo>
                <a:cubicBezTo>
                  <a:pt x="291697" y="212059"/>
                  <a:pt x="307757" y="196000"/>
                  <a:pt x="307757" y="176190"/>
                </a:cubicBezTo>
                <a:cubicBezTo>
                  <a:pt x="307757" y="156379"/>
                  <a:pt x="291697" y="140320"/>
                  <a:pt x="271887" y="140320"/>
                </a:cubicBezTo>
                <a:cubicBezTo>
                  <a:pt x="252077" y="140320"/>
                  <a:pt x="236018" y="156379"/>
                  <a:pt x="236018" y="176190"/>
                </a:cubicBezTo>
                <a:cubicBezTo>
                  <a:pt x="236018" y="196000"/>
                  <a:pt x="252077" y="212059"/>
                  <a:pt x="271887" y="212059"/>
                </a:cubicBezTo>
                <a:close/>
                <a:moveTo>
                  <a:pt x="71002" y="244563"/>
                </a:moveTo>
                <a:lnTo>
                  <a:pt x="244564" y="71001"/>
                </a:lnTo>
                <a:moveTo>
                  <a:pt x="124398" y="79851"/>
                </a:moveTo>
                <a:lnTo>
                  <a:pt x="59826" y="237987"/>
                </a:lnTo>
                <a:moveTo>
                  <a:pt x="0" y="0"/>
                </a:moveTo>
                <a:moveTo>
                  <a:pt x="238647" y="189339"/>
                </a:moveTo>
                <a:lnTo>
                  <a:pt x="76920" y="255082"/>
                </a:lnTo>
              </a:path>
            </a:pathLst>
          </a:custGeom>
          <a:noFill/>
          <a:ln w="492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7698" y="2484160"/>
            <a:ext cx="237969" cy="1183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1">
                <a:solidFill>
                  <a:srgbClr val="22403B"/>
                </a:solidFill>
                <a:latin typeface="Roboto Slab"/>
              </a:rPr>
              <a:t>DNS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6168834" y="2484207"/>
            <a:ext cx="1511131" cy="394344"/>
            <a:chOff x="6168834" y="2484207"/>
            <a:chExt cx="1511131" cy="394344"/>
          </a:xfrm>
        </p:grpSpPr>
        <p:sp>
          <p:nvSpPr>
            <p:cNvPr id="34" name="TextBox 33"/>
            <p:cNvSpPr txBox="1"/>
            <p:nvPr/>
          </p:nvSpPr>
          <p:spPr>
            <a:xfrm>
              <a:off x="6168834" y="2484207"/>
              <a:ext cx="1737800" cy="131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1">
                  <a:solidFill>
                    <a:srgbClr val="22403B"/>
                  </a:solidFill>
                  <a:latin typeface="Roboto"/>
                </a:rPr>
                <a:t>53: Hierarchical system (Root,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168834" y="2615651"/>
              <a:ext cx="1737800" cy="1314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1">
                  <a:solidFill>
                    <a:srgbClr val="22403B"/>
                  </a:solidFill>
                  <a:latin typeface="Roboto"/>
                </a:rPr>
                <a:t>TLD, Authoritative) for domain-to-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168834" y="2747097"/>
              <a:ext cx="1737800" cy="131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1">
                  <a:solidFill>
                    <a:srgbClr val="22403B"/>
                  </a:solidFill>
                  <a:latin typeface="Roboto"/>
                </a:rPr>
                <a:t>IP resolution.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1477016" y="1695287"/>
            <a:ext cx="1498044" cy="394344"/>
            <a:chOff x="1477016" y="1695287"/>
            <a:chExt cx="1498044" cy="394344"/>
          </a:xfrm>
        </p:grpSpPr>
        <p:sp>
          <p:nvSpPr>
            <p:cNvPr id="38" name="TextBox 37"/>
            <p:cNvSpPr txBox="1"/>
            <p:nvPr/>
          </p:nvSpPr>
          <p:spPr>
            <a:xfrm>
              <a:off x="1252310" y="1695287"/>
              <a:ext cx="1722750" cy="1314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1">
                  <a:solidFill>
                    <a:srgbClr val="22403B"/>
                  </a:solidFill>
                  <a:latin typeface="Roboto"/>
                </a:rPr>
                <a:t>80/443: Stateless client-server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252310" y="1826732"/>
              <a:ext cx="1722750" cy="131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1">
                  <a:solidFill>
                    <a:srgbClr val="22403B"/>
                  </a:solidFill>
                  <a:latin typeface="Roboto"/>
                </a:rPr>
                <a:t>architecture; HTTPS uses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252310" y="1958177"/>
              <a:ext cx="1722750" cy="131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1">
                  <a:solidFill>
                    <a:srgbClr val="22403B"/>
                  </a:solidFill>
                  <a:latin typeface="Roboto"/>
                </a:rPr>
                <a:t>SSL/TLS for secure transmission.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4117698" y="1695242"/>
            <a:ext cx="749225" cy="1183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1">
                <a:solidFill>
                  <a:srgbClr val="22403B"/>
                </a:solidFill>
                <a:latin typeface="Roboto Slab"/>
              </a:rPr>
              <a:t>HTTP/HTTPS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73887" y="3200761"/>
            <a:ext cx="302567" cy="302567"/>
          </a:xfrm>
          <a:custGeom>
            <a:avLst/>
            <a:gdLst/>
            <a:ahLst/>
            <a:cxnLst/>
            <a:rect l="0" t="0" r="0" b="0"/>
            <a:pathLst>
              <a:path w="302567" h="302567">
                <a:moveTo>
                  <a:pt x="148" y="276121"/>
                </a:moveTo>
                <a:cubicBezTo>
                  <a:pt x="0" y="283140"/>
                  <a:pt x="2722" y="289915"/>
                  <a:pt x="7687" y="294880"/>
                </a:cubicBezTo>
                <a:cubicBezTo>
                  <a:pt x="12651" y="299844"/>
                  <a:pt x="19426" y="302567"/>
                  <a:pt x="26445" y="302418"/>
                </a:cubicBezTo>
                <a:lnTo>
                  <a:pt x="118486" y="302418"/>
                </a:lnTo>
                <a:cubicBezTo>
                  <a:pt x="125505" y="302567"/>
                  <a:pt x="132280" y="299844"/>
                  <a:pt x="137244" y="294880"/>
                </a:cubicBezTo>
                <a:cubicBezTo>
                  <a:pt x="142209" y="289915"/>
                  <a:pt x="144932" y="283140"/>
                  <a:pt x="144783" y="276121"/>
                </a:cubicBezTo>
                <a:close/>
                <a:moveTo>
                  <a:pt x="26445" y="197229"/>
                </a:moveTo>
                <a:lnTo>
                  <a:pt x="118486" y="197229"/>
                </a:lnTo>
                <a:cubicBezTo>
                  <a:pt x="125748" y="197229"/>
                  <a:pt x="131634" y="203116"/>
                  <a:pt x="131634" y="210378"/>
                </a:cubicBezTo>
                <a:lnTo>
                  <a:pt x="131634" y="276121"/>
                </a:lnTo>
                <a:lnTo>
                  <a:pt x="131634" y="276121"/>
                </a:lnTo>
                <a:lnTo>
                  <a:pt x="13297" y="276121"/>
                </a:lnTo>
                <a:lnTo>
                  <a:pt x="13297" y="276121"/>
                </a:lnTo>
                <a:lnTo>
                  <a:pt x="13297" y="210378"/>
                </a:lnTo>
                <a:cubicBezTo>
                  <a:pt x="13297" y="203116"/>
                  <a:pt x="19183" y="197229"/>
                  <a:pt x="26445" y="197229"/>
                </a:cubicBezTo>
                <a:close/>
                <a:moveTo>
                  <a:pt x="157932" y="236675"/>
                </a:moveTo>
                <a:lnTo>
                  <a:pt x="210526" y="236675"/>
                </a:lnTo>
                <a:cubicBezTo>
                  <a:pt x="217788" y="236675"/>
                  <a:pt x="223675" y="242562"/>
                  <a:pt x="223675" y="249824"/>
                </a:cubicBezTo>
                <a:lnTo>
                  <a:pt x="223675" y="276121"/>
                </a:lnTo>
                <a:cubicBezTo>
                  <a:pt x="223675" y="290645"/>
                  <a:pt x="235449" y="302418"/>
                  <a:pt x="249972" y="302418"/>
                </a:cubicBezTo>
                <a:cubicBezTo>
                  <a:pt x="264496" y="302418"/>
                  <a:pt x="276269" y="290645"/>
                  <a:pt x="276269" y="276121"/>
                </a:cubicBezTo>
                <a:lnTo>
                  <a:pt x="276269" y="118337"/>
                </a:lnTo>
                <a:moveTo>
                  <a:pt x="151357" y="39445"/>
                </a:moveTo>
                <a:lnTo>
                  <a:pt x="282844" y="39445"/>
                </a:lnTo>
                <a:cubicBezTo>
                  <a:pt x="282844" y="39445"/>
                  <a:pt x="302567" y="39445"/>
                  <a:pt x="302567" y="59168"/>
                </a:cubicBezTo>
                <a:lnTo>
                  <a:pt x="302567" y="98614"/>
                </a:lnTo>
                <a:cubicBezTo>
                  <a:pt x="302567" y="98614"/>
                  <a:pt x="302567" y="118337"/>
                  <a:pt x="282844" y="118337"/>
                </a:cubicBezTo>
                <a:lnTo>
                  <a:pt x="151357" y="118337"/>
                </a:lnTo>
                <a:cubicBezTo>
                  <a:pt x="151357" y="118337"/>
                  <a:pt x="131634" y="118337"/>
                  <a:pt x="131634" y="98614"/>
                </a:cubicBezTo>
                <a:lnTo>
                  <a:pt x="131634" y="59168"/>
                </a:lnTo>
                <a:cubicBezTo>
                  <a:pt x="131634" y="59168"/>
                  <a:pt x="131634" y="39445"/>
                  <a:pt x="151357" y="39445"/>
                </a:cubicBezTo>
                <a:moveTo>
                  <a:pt x="131634" y="59168"/>
                </a:moveTo>
                <a:cubicBezTo>
                  <a:pt x="131637" y="54803"/>
                  <a:pt x="132171" y="50453"/>
                  <a:pt x="133225" y="46217"/>
                </a:cubicBezTo>
                <a:lnTo>
                  <a:pt x="144783" y="0"/>
                </a:lnTo>
                <a:lnTo>
                  <a:pt x="164506" y="0"/>
                </a:lnTo>
                <a:cubicBezTo>
                  <a:pt x="172922" y="8422"/>
                  <a:pt x="184341" y="13152"/>
                  <a:pt x="196247" y="13148"/>
                </a:cubicBezTo>
                <a:lnTo>
                  <a:pt x="237954" y="13148"/>
                </a:lnTo>
                <a:cubicBezTo>
                  <a:pt x="249860" y="13152"/>
                  <a:pt x="261280" y="8422"/>
                  <a:pt x="269695" y="0"/>
                </a:cubicBezTo>
                <a:lnTo>
                  <a:pt x="289418" y="0"/>
                </a:lnTo>
                <a:lnTo>
                  <a:pt x="300976" y="46217"/>
                </a:lnTo>
                <a:cubicBezTo>
                  <a:pt x="302030" y="50453"/>
                  <a:pt x="302564" y="54803"/>
                  <a:pt x="302567" y="59168"/>
                </a:cubicBezTo>
                <a:moveTo>
                  <a:pt x="131634" y="78891"/>
                </a:moveTo>
                <a:lnTo>
                  <a:pt x="157932" y="78891"/>
                </a:lnTo>
                <a:moveTo>
                  <a:pt x="276269" y="78891"/>
                </a:moveTo>
                <a:lnTo>
                  <a:pt x="302567" y="78891"/>
                </a:lnTo>
              </a:path>
            </a:pathLst>
          </a:custGeom>
          <a:noFill/>
          <a:ln w="492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17698" y="3273079"/>
            <a:ext cx="315609" cy="1183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1">
                <a:solidFill>
                  <a:srgbClr val="22403B"/>
                </a:solidFill>
                <a:latin typeface="Roboto Slab"/>
              </a:rPr>
              <a:t>DHCP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1563569" y="3273126"/>
            <a:ext cx="1411490" cy="394344"/>
            <a:chOff x="1563569" y="3273126"/>
            <a:chExt cx="1411490" cy="394344"/>
          </a:xfrm>
        </p:grpSpPr>
        <p:sp>
          <p:nvSpPr>
            <p:cNvPr id="45" name="TextBox 44"/>
            <p:cNvSpPr txBox="1"/>
            <p:nvPr/>
          </p:nvSpPr>
          <p:spPr>
            <a:xfrm>
              <a:off x="1351846" y="3273126"/>
              <a:ext cx="1623213" cy="131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1">
                  <a:solidFill>
                    <a:srgbClr val="22403B"/>
                  </a:solidFill>
                  <a:latin typeface="Roboto"/>
                </a:rPr>
                <a:t>67/68: Automated IP allocation,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351846" y="3404571"/>
              <a:ext cx="1623213" cy="1314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1">
                  <a:solidFill>
                    <a:srgbClr val="22403B"/>
                  </a:solidFill>
                  <a:latin typeface="Roboto"/>
                </a:rPr>
                <a:t>subnet masking, and gateway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351846" y="3536016"/>
              <a:ext cx="1623213" cy="131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700" b="1">
                  <a:solidFill>
                    <a:srgbClr val="22403B"/>
                  </a:solidFill>
                  <a:latin typeface="Roboto"/>
                </a:rPr>
                <a:t>configuration.</a:t>
              </a:r>
            </a:p>
          </p:txBody>
        </p:sp>
      </p:grpSp>
      <p:sp>
        <p:nvSpPr>
          <p:cNvPr id="49" name="Rounded Rectangle 48"/>
          <p:cNvSpPr/>
          <p:nvPr/>
        </p:nvSpPr>
        <p:spPr>
          <a:xfrm>
            <a:off x="3472515" y="1616080"/>
            <a:ext cx="303938" cy="309276"/>
          </a:xfrm>
          <a:custGeom>
            <a:avLst/>
            <a:gdLst/>
            <a:ahLst/>
            <a:cxnLst/>
            <a:rect l="0" t="0" r="0" b="0"/>
            <a:pathLst>
              <a:path w="303938" h="309276">
                <a:moveTo>
                  <a:pt x="146352" y="230595"/>
                </a:moveTo>
                <a:lnTo>
                  <a:pt x="19901" y="230595"/>
                </a:lnTo>
                <a:moveTo>
                  <a:pt x="277589" y="72811"/>
                </a:moveTo>
                <a:lnTo>
                  <a:pt x="27975" y="72811"/>
                </a:lnTo>
                <a:moveTo>
                  <a:pt x="146155" y="151703"/>
                </a:moveTo>
                <a:lnTo>
                  <a:pt x="1664" y="151703"/>
                </a:lnTo>
                <a:moveTo>
                  <a:pt x="144551" y="309263"/>
                </a:moveTo>
                <a:cubicBezTo>
                  <a:pt x="65684" y="304899"/>
                  <a:pt x="3464" y="240569"/>
                  <a:pt x="1732" y="161601"/>
                </a:cubicBezTo>
                <a:cubicBezTo>
                  <a:pt x="0" y="82633"/>
                  <a:pt x="59339" y="15636"/>
                  <a:pt x="137938" y="7818"/>
                </a:cubicBezTo>
                <a:cubicBezTo>
                  <a:pt x="216537" y="0"/>
                  <a:pt x="287911" y="53994"/>
                  <a:pt x="301769" y="131756"/>
                </a:cubicBezTo>
                <a:moveTo>
                  <a:pt x="143117" y="7410"/>
                </a:moveTo>
                <a:cubicBezTo>
                  <a:pt x="64226" y="92876"/>
                  <a:pt x="65659" y="204087"/>
                  <a:pt x="144551" y="309276"/>
                </a:cubicBezTo>
                <a:moveTo>
                  <a:pt x="219301" y="125182"/>
                </a:moveTo>
                <a:cubicBezTo>
                  <a:pt x="213292" y="80872"/>
                  <a:pt x="193338" y="39624"/>
                  <a:pt x="162328" y="7410"/>
                </a:cubicBezTo>
                <a:moveTo>
                  <a:pt x="198749" y="204087"/>
                </a:moveTo>
                <a:lnTo>
                  <a:pt x="290790" y="204087"/>
                </a:lnTo>
                <a:cubicBezTo>
                  <a:pt x="290790" y="204087"/>
                  <a:pt x="303938" y="204087"/>
                  <a:pt x="303938" y="217236"/>
                </a:cubicBezTo>
                <a:lnTo>
                  <a:pt x="303938" y="296114"/>
                </a:lnTo>
                <a:cubicBezTo>
                  <a:pt x="303938" y="296114"/>
                  <a:pt x="303938" y="309263"/>
                  <a:pt x="290790" y="309263"/>
                </a:cubicBezTo>
                <a:lnTo>
                  <a:pt x="198749" y="309263"/>
                </a:lnTo>
                <a:cubicBezTo>
                  <a:pt x="198749" y="309263"/>
                  <a:pt x="185601" y="309263"/>
                  <a:pt x="185601" y="296114"/>
                </a:cubicBezTo>
                <a:lnTo>
                  <a:pt x="185601" y="217236"/>
                </a:lnTo>
                <a:cubicBezTo>
                  <a:pt x="185601" y="217236"/>
                  <a:pt x="185601" y="204087"/>
                  <a:pt x="198749" y="204087"/>
                </a:cubicBezTo>
                <a:moveTo>
                  <a:pt x="228334" y="257497"/>
                </a:moveTo>
                <a:cubicBezTo>
                  <a:pt x="228334" y="266574"/>
                  <a:pt x="235692" y="273932"/>
                  <a:pt x="244769" y="273932"/>
                </a:cubicBezTo>
                <a:cubicBezTo>
                  <a:pt x="253847" y="273932"/>
                  <a:pt x="261205" y="266574"/>
                  <a:pt x="261205" y="257497"/>
                </a:cubicBezTo>
                <a:cubicBezTo>
                  <a:pt x="261205" y="248419"/>
                  <a:pt x="253847" y="241061"/>
                  <a:pt x="244769" y="241061"/>
                </a:cubicBezTo>
                <a:cubicBezTo>
                  <a:pt x="235692" y="241061"/>
                  <a:pt x="228334" y="248419"/>
                  <a:pt x="228334" y="257497"/>
                </a:cubicBezTo>
                <a:moveTo>
                  <a:pt x="277641" y="184351"/>
                </a:moveTo>
                <a:lnTo>
                  <a:pt x="277641" y="204074"/>
                </a:lnTo>
                <a:lnTo>
                  <a:pt x="211898" y="204074"/>
                </a:lnTo>
                <a:lnTo>
                  <a:pt x="211898" y="184351"/>
                </a:lnTo>
                <a:cubicBezTo>
                  <a:pt x="211898" y="166196"/>
                  <a:pt x="226615" y="151479"/>
                  <a:pt x="244769" y="151479"/>
                </a:cubicBezTo>
                <a:cubicBezTo>
                  <a:pt x="262924" y="151479"/>
                  <a:pt x="277641" y="166196"/>
                  <a:pt x="277641" y="184351"/>
                </a:cubicBezTo>
                <a:close/>
              </a:path>
            </a:pathLst>
          </a:custGeom>
          <a:noFill/>
          <a:ln w="492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3500333" y="3996255"/>
            <a:ext cx="249824" cy="289270"/>
          </a:xfrm>
          <a:custGeom>
            <a:avLst/>
            <a:gdLst/>
            <a:ahLst/>
            <a:cxnLst/>
            <a:rect l="0" t="0" r="0" b="0"/>
            <a:pathLst>
              <a:path w="249824" h="289270">
                <a:moveTo>
                  <a:pt x="118337" y="52594"/>
                </a:moveTo>
                <a:lnTo>
                  <a:pt x="118337" y="0"/>
                </a:lnTo>
                <a:moveTo>
                  <a:pt x="151209" y="32871"/>
                </a:moveTo>
                <a:lnTo>
                  <a:pt x="118337" y="0"/>
                </a:lnTo>
                <a:lnTo>
                  <a:pt x="85466" y="32871"/>
                </a:lnTo>
                <a:moveTo>
                  <a:pt x="0" y="78891"/>
                </a:moveTo>
                <a:lnTo>
                  <a:pt x="249824" y="78891"/>
                </a:lnTo>
                <a:lnTo>
                  <a:pt x="249824" y="210378"/>
                </a:lnTo>
                <a:lnTo>
                  <a:pt x="0" y="210378"/>
                </a:lnTo>
                <a:close/>
                <a:moveTo>
                  <a:pt x="65743" y="145450"/>
                </a:moveTo>
                <a:lnTo>
                  <a:pt x="39445" y="145450"/>
                </a:lnTo>
                <a:moveTo>
                  <a:pt x="39445" y="184080"/>
                </a:moveTo>
                <a:lnTo>
                  <a:pt x="39445" y="118337"/>
                </a:lnTo>
                <a:cubicBezTo>
                  <a:pt x="39445" y="111075"/>
                  <a:pt x="45332" y="105189"/>
                  <a:pt x="52594" y="105189"/>
                </a:cubicBezTo>
                <a:lnTo>
                  <a:pt x="78891" y="105189"/>
                </a:lnTo>
                <a:moveTo>
                  <a:pt x="65743" y="144635"/>
                </a:moveTo>
                <a:lnTo>
                  <a:pt x="39445" y="144635"/>
                </a:lnTo>
                <a:moveTo>
                  <a:pt x="105189" y="105189"/>
                </a:moveTo>
                <a:lnTo>
                  <a:pt x="144635" y="105189"/>
                </a:lnTo>
                <a:moveTo>
                  <a:pt x="124912" y="105189"/>
                </a:moveTo>
                <a:lnTo>
                  <a:pt x="124912" y="184080"/>
                </a:lnTo>
                <a:moveTo>
                  <a:pt x="210378" y="124912"/>
                </a:moveTo>
                <a:cubicBezTo>
                  <a:pt x="210378" y="114019"/>
                  <a:pt x="201547" y="105189"/>
                  <a:pt x="190655" y="105189"/>
                </a:cubicBezTo>
                <a:lnTo>
                  <a:pt x="170932" y="105189"/>
                </a:lnTo>
                <a:lnTo>
                  <a:pt x="170932" y="144635"/>
                </a:lnTo>
                <a:lnTo>
                  <a:pt x="190655" y="144635"/>
                </a:lnTo>
                <a:cubicBezTo>
                  <a:pt x="201547" y="144635"/>
                  <a:pt x="210378" y="135804"/>
                  <a:pt x="210378" y="124912"/>
                </a:cubicBezTo>
                <a:close/>
                <a:moveTo>
                  <a:pt x="170932" y="184080"/>
                </a:moveTo>
                <a:lnTo>
                  <a:pt x="170932" y="144635"/>
                </a:lnTo>
                <a:moveTo>
                  <a:pt x="118337" y="236675"/>
                </a:moveTo>
                <a:lnTo>
                  <a:pt x="118337" y="289270"/>
                </a:lnTo>
                <a:moveTo>
                  <a:pt x="151209" y="256398"/>
                </a:moveTo>
                <a:lnTo>
                  <a:pt x="118337" y="289270"/>
                </a:lnTo>
                <a:lnTo>
                  <a:pt x="85466" y="256398"/>
                </a:lnTo>
              </a:path>
            </a:pathLst>
          </a:custGeom>
          <a:noFill/>
          <a:ln w="492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7698" y="4061998"/>
            <a:ext cx="222503" cy="1183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1">
                <a:solidFill>
                  <a:srgbClr val="22403B"/>
                </a:solidFill>
                <a:latin typeface="Roboto Slab"/>
              </a:rPr>
              <a:t>FTP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6168834" y="4062043"/>
            <a:ext cx="1308496" cy="394343"/>
            <a:chOff x="6168834" y="4062043"/>
            <a:chExt cx="1308496" cy="394343"/>
          </a:xfrm>
        </p:grpSpPr>
        <p:sp>
          <p:nvSpPr>
            <p:cNvPr id="52" name="TextBox 51"/>
            <p:cNvSpPr txBox="1"/>
            <p:nvPr/>
          </p:nvSpPr>
          <p:spPr>
            <a:xfrm>
              <a:off x="6168834" y="4062043"/>
              <a:ext cx="1504770" cy="131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1">
                  <a:solidFill>
                    <a:srgbClr val="22403B"/>
                  </a:solidFill>
                  <a:latin typeface="Roboto"/>
                </a:rPr>
                <a:t>20/21: Dual-port protocol for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168834" y="4193487"/>
              <a:ext cx="1504770" cy="1314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1">
                  <a:solidFill>
                    <a:srgbClr val="22403B"/>
                  </a:solidFill>
                  <a:latin typeface="Roboto"/>
                </a:rPr>
                <a:t>command and data stream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168834" y="4324932"/>
              <a:ext cx="1504770" cy="131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1">
                  <a:solidFill>
                    <a:srgbClr val="22403B"/>
                  </a:solidFill>
                  <a:latin typeface="Roboto"/>
                </a:rPr>
                <a:t>management.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1540550" y="371475"/>
            <a:ext cx="60629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100" b="1">
                <a:solidFill>
                  <a:srgbClr val="22403B"/>
                </a:solidFill>
                <a:latin typeface="Roboto Slab"/>
              </a:rPr>
              <a:t>Application Layer Protocols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55210" y="1792062"/>
            <a:ext cx="2021090" cy="377971"/>
          </a:xfrm>
          <a:custGeom>
            <a:avLst/>
            <a:gdLst/>
            <a:ahLst/>
            <a:cxnLst/>
            <a:rect l="0" t="0" r="0" b="0"/>
            <a:pathLst>
              <a:path w="2021090" h="377971">
                <a:moveTo>
                  <a:pt x="2021090" y="0"/>
                </a:moveTo>
                <a:lnTo>
                  <a:pt x="0" y="0"/>
                </a:lnTo>
                <a:lnTo>
                  <a:pt x="0" y="377971"/>
                </a:lnTo>
                <a:lnTo>
                  <a:pt x="2021090" y="377971"/>
                </a:lnTo>
                <a:lnTo>
                  <a:pt x="202109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5210" y="1792062"/>
            <a:ext cx="2021085" cy="377969"/>
          </a:xfrm>
          <a:custGeom>
            <a:avLst/>
            <a:gdLst/>
            <a:ahLst/>
            <a:cxnLst/>
            <a:rect l="0" t="0" r="0" b="0"/>
            <a:pathLst>
              <a:path w="2021085" h="377969">
                <a:moveTo>
                  <a:pt x="0" y="0"/>
                </a:moveTo>
                <a:lnTo>
                  <a:pt x="2021085" y="0"/>
                </a:lnTo>
                <a:lnTo>
                  <a:pt x="2021085" y="377969"/>
                </a:lnTo>
                <a:lnTo>
                  <a:pt x="0" y="377969"/>
                </a:lnTo>
                <a:lnTo>
                  <a:pt x="0" y="0"/>
                </a:lnTo>
                <a:close/>
              </a:path>
            </a:pathLst>
          </a:custGeom>
          <a:noFill/>
          <a:ln w="39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710204" y="1792062"/>
            <a:ext cx="2021090" cy="377971"/>
          </a:xfrm>
          <a:custGeom>
            <a:avLst/>
            <a:gdLst/>
            <a:ahLst/>
            <a:cxnLst/>
            <a:rect l="0" t="0" r="0" b="0"/>
            <a:pathLst>
              <a:path w="2021090" h="377971">
                <a:moveTo>
                  <a:pt x="0" y="0"/>
                </a:moveTo>
                <a:lnTo>
                  <a:pt x="2021090" y="0"/>
                </a:lnTo>
                <a:lnTo>
                  <a:pt x="2021090" y="377971"/>
                </a:lnTo>
                <a:lnTo>
                  <a:pt x="0" y="377971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710204" y="1792062"/>
            <a:ext cx="2021085" cy="377969"/>
          </a:xfrm>
          <a:custGeom>
            <a:avLst/>
            <a:gdLst/>
            <a:ahLst/>
            <a:cxnLst/>
            <a:rect l="0" t="0" r="0" b="0"/>
            <a:pathLst>
              <a:path w="2021085" h="377969">
                <a:moveTo>
                  <a:pt x="2021085" y="0"/>
                </a:moveTo>
                <a:lnTo>
                  <a:pt x="0" y="0"/>
                </a:lnTo>
                <a:lnTo>
                  <a:pt x="0" y="377969"/>
                </a:lnTo>
                <a:lnTo>
                  <a:pt x="2021085" y="377969"/>
                </a:lnTo>
                <a:lnTo>
                  <a:pt x="2021085" y="0"/>
                </a:lnTo>
                <a:close/>
              </a:path>
            </a:pathLst>
          </a:custGeom>
          <a:noFill/>
          <a:ln w="39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198326" y="2170032"/>
            <a:ext cx="377971" cy="1952929"/>
          </a:xfrm>
          <a:custGeom>
            <a:avLst/>
            <a:gdLst/>
            <a:ahLst/>
            <a:cxnLst/>
            <a:rect l="0" t="0" r="0" b="0"/>
            <a:pathLst>
              <a:path w="377971" h="1952929">
                <a:moveTo>
                  <a:pt x="377971" y="0"/>
                </a:moveTo>
                <a:lnTo>
                  <a:pt x="377971" y="1952929"/>
                </a:lnTo>
                <a:lnTo>
                  <a:pt x="0" y="1952929"/>
                </a:lnTo>
                <a:lnTo>
                  <a:pt x="0" y="0"/>
                </a:lnTo>
                <a:lnTo>
                  <a:pt x="377971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198326" y="2170032"/>
            <a:ext cx="377969" cy="1952928"/>
          </a:xfrm>
          <a:custGeom>
            <a:avLst/>
            <a:gdLst/>
            <a:ahLst/>
            <a:cxnLst/>
            <a:rect l="0" t="0" r="0" b="0"/>
            <a:pathLst>
              <a:path w="377969" h="1952928">
                <a:moveTo>
                  <a:pt x="377969" y="0"/>
                </a:moveTo>
                <a:lnTo>
                  <a:pt x="377969" y="1952928"/>
                </a:lnTo>
                <a:lnTo>
                  <a:pt x="0" y="1952928"/>
                </a:lnTo>
                <a:lnTo>
                  <a:pt x="0" y="0"/>
                </a:lnTo>
                <a:lnTo>
                  <a:pt x="377969" y="0"/>
                </a:lnTo>
                <a:close/>
              </a:path>
            </a:pathLst>
          </a:custGeom>
          <a:noFill/>
          <a:ln w="39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710203" y="2170032"/>
            <a:ext cx="377971" cy="1952929"/>
          </a:xfrm>
          <a:custGeom>
            <a:avLst/>
            <a:gdLst/>
            <a:ahLst/>
            <a:cxnLst/>
            <a:rect l="0" t="0" r="0" b="0"/>
            <a:pathLst>
              <a:path w="377971" h="1952929">
                <a:moveTo>
                  <a:pt x="0" y="0"/>
                </a:moveTo>
                <a:lnTo>
                  <a:pt x="0" y="1952929"/>
                </a:lnTo>
                <a:lnTo>
                  <a:pt x="377971" y="1952929"/>
                </a:lnTo>
                <a:lnTo>
                  <a:pt x="377971" y="0"/>
                </a:lnTo>
                <a:lnTo>
                  <a:pt x="0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10203" y="2170032"/>
            <a:ext cx="377969" cy="1952928"/>
          </a:xfrm>
          <a:custGeom>
            <a:avLst/>
            <a:gdLst/>
            <a:ahLst/>
            <a:cxnLst/>
            <a:rect l="0" t="0" r="0" b="0"/>
            <a:pathLst>
              <a:path w="377969" h="1952928">
                <a:moveTo>
                  <a:pt x="0" y="0"/>
                </a:moveTo>
                <a:lnTo>
                  <a:pt x="0" y="1952928"/>
                </a:lnTo>
                <a:lnTo>
                  <a:pt x="377969" y="1952928"/>
                </a:lnTo>
                <a:lnTo>
                  <a:pt x="377969" y="0"/>
                </a:lnTo>
                <a:lnTo>
                  <a:pt x="0" y="0"/>
                </a:lnTo>
                <a:close/>
              </a:path>
            </a:pathLst>
          </a:custGeom>
          <a:noFill/>
          <a:ln w="3936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2249" y="1910182"/>
            <a:ext cx="294929" cy="1417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 Slab"/>
              </a:rPr>
              <a:t>IPv6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8500" y="1910182"/>
            <a:ext cx="295751" cy="1417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1">
                <a:solidFill>
                  <a:srgbClr val="22403B"/>
                </a:solidFill>
                <a:latin typeface="Roboto Slab"/>
              </a:rPr>
              <a:t>IPv4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807" y="2359020"/>
            <a:ext cx="608479" cy="944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600" b="1">
                <a:solidFill>
                  <a:srgbClr val="22403B"/>
                </a:solidFill>
                <a:latin typeface="Roboto Slab"/>
              </a:rPr>
              <a:t>32-bit address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66571" y="2374767"/>
            <a:ext cx="241480" cy="220482"/>
          </a:xfrm>
          <a:custGeom>
            <a:avLst/>
            <a:gdLst/>
            <a:ahLst/>
            <a:cxnLst/>
            <a:rect l="0" t="0" r="0" b="0"/>
            <a:pathLst>
              <a:path w="241480" h="220482">
                <a:moveTo>
                  <a:pt x="57745" y="152237"/>
                </a:moveTo>
                <a:lnTo>
                  <a:pt x="89242" y="152237"/>
                </a:lnTo>
                <a:cubicBezTo>
                  <a:pt x="100839" y="152237"/>
                  <a:pt x="110241" y="142836"/>
                  <a:pt x="110241" y="131239"/>
                </a:cubicBezTo>
                <a:cubicBezTo>
                  <a:pt x="110241" y="119642"/>
                  <a:pt x="100839" y="110241"/>
                  <a:pt x="89242" y="110241"/>
                </a:cubicBezTo>
                <a:lnTo>
                  <a:pt x="89242" y="110241"/>
                </a:lnTo>
                <a:cubicBezTo>
                  <a:pt x="100839" y="110241"/>
                  <a:pt x="110241" y="100839"/>
                  <a:pt x="110241" y="89242"/>
                </a:cubicBezTo>
                <a:cubicBezTo>
                  <a:pt x="110241" y="77645"/>
                  <a:pt x="100839" y="68244"/>
                  <a:pt x="89242" y="68244"/>
                </a:cubicBezTo>
                <a:lnTo>
                  <a:pt x="57745" y="68244"/>
                </a:lnTo>
                <a:moveTo>
                  <a:pt x="131239" y="94492"/>
                </a:moveTo>
                <a:cubicBezTo>
                  <a:pt x="131225" y="81007"/>
                  <a:pt x="141432" y="69706"/>
                  <a:pt x="154849" y="68350"/>
                </a:cubicBezTo>
                <a:cubicBezTo>
                  <a:pt x="168265" y="66995"/>
                  <a:pt x="180526" y="76027"/>
                  <a:pt x="183210" y="89242"/>
                </a:cubicBezTo>
                <a:cubicBezTo>
                  <a:pt x="186254" y="104256"/>
                  <a:pt x="178485" y="110661"/>
                  <a:pt x="167986" y="119795"/>
                </a:cubicBezTo>
                <a:lnTo>
                  <a:pt x="131239" y="152237"/>
                </a:lnTo>
                <a:lnTo>
                  <a:pt x="183735" y="152237"/>
                </a:lnTo>
                <a:moveTo>
                  <a:pt x="31497" y="20998"/>
                </a:moveTo>
                <a:lnTo>
                  <a:pt x="209982" y="20998"/>
                </a:lnTo>
                <a:cubicBezTo>
                  <a:pt x="209982" y="20998"/>
                  <a:pt x="220482" y="20998"/>
                  <a:pt x="220482" y="31497"/>
                </a:cubicBezTo>
                <a:lnTo>
                  <a:pt x="220482" y="188984"/>
                </a:lnTo>
                <a:cubicBezTo>
                  <a:pt x="220482" y="188984"/>
                  <a:pt x="220482" y="199483"/>
                  <a:pt x="209982" y="199483"/>
                </a:cubicBezTo>
                <a:lnTo>
                  <a:pt x="31497" y="199483"/>
                </a:lnTo>
                <a:cubicBezTo>
                  <a:pt x="31497" y="199483"/>
                  <a:pt x="20998" y="199483"/>
                  <a:pt x="20998" y="188984"/>
                </a:cubicBezTo>
                <a:lnTo>
                  <a:pt x="20998" y="31497"/>
                </a:lnTo>
                <a:cubicBezTo>
                  <a:pt x="20998" y="31497"/>
                  <a:pt x="20998" y="20998"/>
                  <a:pt x="31497" y="20998"/>
                </a:cubicBezTo>
                <a:moveTo>
                  <a:pt x="120740" y="0"/>
                </a:moveTo>
                <a:lnTo>
                  <a:pt x="120740" y="20998"/>
                </a:lnTo>
                <a:moveTo>
                  <a:pt x="62994" y="0"/>
                </a:moveTo>
                <a:lnTo>
                  <a:pt x="62994" y="20998"/>
                </a:lnTo>
                <a:moveTo>
                  <a:pt x="0" y="110241"/>
                </a:moveTo>
                <a:lnTo>
                  <a:pt x="20998" y="110241"/>
                </a:lnTo>
                <a:moveTo>
                  <a:pt x="0" y="157487"/>
                </a:moveTo>
                <a:lnTo>
                  <a:pt x="20998" y="157487"/>
                </a:lnTo>
                <a:moveTo>
                  <a:pt x="0" y="62994"/>
                </a:moveTo>
                <a:lnTo>
                  <a:pt x="20998" y="62994"/>
                </a:lnTo>
                <a:moveTo>
                  <a:pt x="241480" y="110241"/>
                </a:moveTo>
                <a:lnTo>
                  <a:pt x="220482" y="110241"/>
                </a:lnTo>
                <a:moveTo>
                  <a:pt x="241480" y="157487"/>
                </a:moveTo>
                <a:lnTo>
                  <a:pt x="220482" y="157487"/>
                </a:lnTo>
                <a:moveTo>
                  <a:pt x="241480" y="62994"/>
                </a:moveTo>
                <a:lnTo>
                  <a:pt x="220482" y="62994"/>
                </a:lnTo>
                <a:moveTo>
                  <a:pt x="120740" y="220482"/>
                </a:moveTo>
                <a:lnTo>
                  <a:pt x="120740" y="199483"/>
                </a:lnTo>
                <a:moveTo>
                  <a:pt x="62994" y="220482"/>
                </a:moveTo>
                <a:lnTo>
                  <a:pt x="62994" y="199483"/>
                </a:lnTo>
                <a:moveTo>
                  <a:pt x="178485" y="0"/>
                </a:moveTo>
                <a:lnTo>
                  <a:pt x="178485" y="20998"/>
                </a:lnTo>
                <a:moveTo>
                  <a:pt x="178485" y="220482"/>
                </a:moveTo>
                <a:lnTo>
                  <a:pt x="178485" y="199483"/>
                </a:lnTo>
              </a:path>
            </a:pathLst>
          </a:custGeom>
          <a:noFill/>
          <a:ln w="3936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773199" y="2359018"/>
            <a:ext cx="244105" cy="244105"/>
          </a:xfrm>
          <a:custGeom>
            <a:avLst/>
            <a:gdLst/>
            <a:ahLst/>
            <a:cxnLst/>
            <a:rect l="0" t="0" r="0" b="0"/>
            <a:pathLst>
              <a:path w="244105" h="244105">
                <a:moveTo>
                  <a:pt x="0" y="0"/>
                </a:moveTo>
                <a:moveTo>
                  <a:pt x="154862" y="186359"/>
                </a:moveTo>
                <a:lnTo>
                  <a:pt x="125464" y="202108"/>
                </a:lnTo>
                <a:lnTo>
                  <a:pt x="97117" y="186359"/>
                </a:lnTo>
                <a:lnTo>
                  <a:pt x="97117" y="154862"/>
                </a:lnTo>
                <a:lnTo>
                  <a:pt x="125464" y="139113"/>
                </a:lnTo>
                <a:lnTo>
                  <a:pt x="154862" y="154862"/>
                </a:lnTo>
                <a:close/>
                <a:moveTo>
                  <a:pt x="97117" y="170611"/>
                </a:moveTo>
                <a:lnTo>
                  <a:pt x="9973" y="170611"/>
                </a:lnTo>
                <a:moveTo>
                  <a:pt x="0" y="0"/>
                </a:moveTo>
                <a:moveTo>
                  <a:pt x="154862" y="170611"/>
                </a:moveTo>
                <a:lnTo>
                  <a:pt x="240955" y="170611"/>
                </a:lnTo>
                <a:moveTo>
                  <a:pt x="125464" y="202108"/>
                </a:moveTo>
                <a:lnTo>
                  <a:pt x="125464" y="244105"/>
                </a:lnTo>
                <a:moveTo>
                  <a:pt x="196859" y="7874"/>
                </a:moveTo>
                <a:cubicBezTo>
                  <a:pt x="223106" y="7874"/>
                  <a:pt x="244105" y="28872"/>
                  <a:pt x="244105" y="55120"/>
                </a:cubicBezTo>
                <a:cubicBezTo>
                  <a:pt x="244105" y="81368"/>
                  <a:pt x="223106" y="102366"/>
                  <a:pt x="196859" y="102366"/>
                </a:cubicBezTo>
                <a:lnTo>
                  <a:pt x="55120" y="102366"/>
                </a:lnTo>
                <a:cubicBezTo>
                  <a:pt x="28872" y="102366"/>
                  <a:pt x="7874" y="81368"/>
                  <a:pt x="7874" y="55120"/>
                </a:cubicBezTo>
                <a:cubicBezTo>
                  <a:pt x="7874" y="28872"/>
                  <a:pt x="28872" y="7874"/>
                  <a:pt x="55120" y="7874"/>
                </a:cubicBezTo>
                <a:close/>
                <a:moveTo>
                  <a:pt x="110766" y="55120"/>
                </a:moveTo>
                <a:lnTo>
                  <a:pt x="196859" y="55120"/>
                </a:lnTo>
                <a:moveTo>
                  <a:pt x="68442" y="70017"/>
                </a:moveTo>
                <a:cubicBezTo>
                  <a:pt x="76670" y="70017"/>
                  <a:pt x="83340" y="63347"/>
                  <a:pt x="83340" y="55120"/>
                </a:cubicBezTo>
                <a:cubicBezTo>
                  <a:pt x="83340" y="46892"/>
                  <a:pt x="76670" y="40222"/>
                  <a:pt x="68442" y="40222"/>
                </a:cubicBezTo>
                <a:cubicBezTo>
                  <a:pt x="60215" y="40222"/>
                  <a:pt x="53545" y="46892"/>
                  <a:pt x="53545" y="55120"/>
                </a:cubicBezTo>
                <a:cubicBezTo>
                  <a:pt x="53545" y="63347"/>
                  <a:pt x="60215" y="70017"/>
                  <a:pt x="68442" y="70017"/>
                </a:cubicBezTo>
                <a:close/>
              </a:path>
            </a:pathLst>
          </a:custGeom>
          <a:noFill/>
          <a:ln w="3936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8410" y="371475"/>
            <a:ext cx="7285064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3100" b="1">
                <a:solidFill>
                  <a:srgbClr val="22403B"/>
                </a:solidFill>
                <a:latin typeface="Roboto Slab"/>
              </a:rPr>
              <a:t>IP Addressing &amp; Subnetting Logic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939214" y="2516503"/>
            <a:ext cx="1114072" cy="189022"/>
            <a:chOff x="939214" y="2516503"/>
            <a:chExt cx="1114072" cy="189022"/>
          </a:xfrm>
        </p:grpSpPr>
        <p:sp>
          <p:nvSpPr>
            <p:cNvPr id="16" name="TextBox 15"/>
            <p:cNvSpPr txBox="1"/>
            <p:nvPr/>
          </p:nvSpPr>
          <p:spPr>
            <a:xfrm>
              <a:off x="772104" y="2516503"/>
              <a:ext cx="1281182" cy="94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600" b="1">
                  <a:solidFill>
                    <a:srgbClr val="22403B"/>
                  </a:solidFill>
                  <a:latin typeface="Roboto"/>
                </a:rPr>
                <a:t>Limited address space prone to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72104" y="2610991"/>
              <a:ext cx="1281182" cy="945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600" b="1">
                  <a:solidFill>
                    <a:srgbClr val="22403B"/>
                  </a:solidFill>
                  <a:latin typeface="Roboto"/>
                </a:rPr>
                <a:t>exhaustion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858804" y="2453486"/>
            <a:ext cx="568890" cy="189022"/>
            <a:chOff x="2858804" y="2453486"/>
            <a:chExt cx="568890" cy="189022"/>
          </a:xfrm>
        </p:grpSpPr>
        <p:sp>
          <p:nvSpPr>
            <p:cNvPr id="19" name="TextBox 18"/>
            <p:cNvSpPr txBox="1"/>
            <p:nvPr/>
          </p:nvSpPr>
          <p:spPr>
            <a:xfrm>
              <a:off x="2816138" y="2453486"/>
              <a:ext cx="654223" cy="944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 Slab"/>
                </a:rPr>
                <a:t>Address Space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816138" y="2547973"/>
              <a:ext cx="654223" cy="945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 Slab"/>
                </a:rPr>
                <a:t>Capacity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233213" y="2516503"/>
            <a:ext cx="1416129" cy="189022"/>
            <a:chOff x="4233213" y="2516503"/>
            <a:chExt cx="1416129" cy="189022"/>
          </a:xfrm>
        </p:grpSpPr>
        <p:sp>
          <p:nvSpPr>
            <p:cNvPr id="22" name="TextBox 21"/>
            <p:cNvSpPr txBox="1"/>
            <p:nvPr/>
          </p:nvSpPr>
          <p:spPr>
            <a:xfrm>
              <a:off x="4233213" y="2516503"/>
              <a:ext cx="1628548" cy="94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1">
                  <a:solidFill>
                    <a:srgbClr val="22403B"/>
                  </a:solidFill>
                  <a:latin typeface="Roboto"/>
                </a:rPr>
                <a:t>Resolves IPv4 exhaustion with massive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233213" y="2610991"/>
              <a:ext cx="1628548" cy="945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1">
                  <a:solidFill>
                    <a:srgbClr val="22403B"/>
                  </a:solidFill>
                  <a:latin typeface="Roboto"/>
                </a:rPr>
                <a:t>scale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057460" y="2957514"/>
            <a:ext cx="995826" cy="944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600" b="1">
                <a:solidFill>
                  <a:srgbClr val="22403B"/>
                </a:solidFill>
                <a:latin typeface="Roboto Slab"/>
              </a:rPr>
              <a:t>Manual or DHCP based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69195" y="2989009"/>
            <a:ext cx="236230" cy="188984"/>
          </a:xfrm>
          <a:custGeom>
            <a:avLst/>
            <a:gdLst/>
            <a:ahLst/>
            <a:cxnLst/>
            <a:rect l="0" t="0" r="0" b="0"/>
            <a:pathLst>
              <a:path w="236230" h="188984">
                <a:moveTo>
                  <a:pt x="236230" y="100791"/>
                </a:moveTo>
                <a:cubicBezTo>
                  <a:pt x="236230" y="123889"/>
                  <a:pt x="217332" y="142788"/>
                  <a:pt x="194234" y="142788"/>
                </a:cubicBezTo>
                <a:lnTo>
                  <a:pt x="41996" y="142788"/>
                </a:lnTo>
                <a:cubicBezTo>
                  <a:pt x="18898" y="142788"/>
                  <a:pt x="0" y="123889"/>
                  <a:pt x="0" y="100791"/>
                </a:cubicBezTo>
                <a:lnTo>
                  <a:pt x="0" y="41996"/>
                </a:lnTo>
                <a:cubicBezTo>
                  <a:pt x="0" y="18898"/>
                  <a:pt x="18898" y="0"/>
                  <a:pt x="41996" y="0"/>
                </a:cubicBezTo>
                <a:lnTo>
                  <a:pt x="194234" y="0"/>
                </a:lnTo>
                <a:cubicBezTo>
                  <a:pt x="217332" y="0"/>
                  <a:pt x="236230" y="18898"/>
                  <a:pt x="236230" y="41996"/>
                </a:cubicBezTo>
                <a:close/>
                <a:moveTo>
                  <a:pt x="66144" y="188984"/>
                </a:moveTo>
                <a:lnTo>
                  <a:pt x="171136" y="188984"/>
                </a:lnTo>
                <a:moveTo>
                  <a:pt x="52167" y="67457"/>
                </a:moveTo>
                <a:cubicBezTo>
                  <a:pt x="49993" y="67457"/>
                  <a:pt x="48230" y="69219"/>
                  <a:pt x="48230" y="71394"/>
                </a:cubicBezTo>
                <a:cubicBezTo>
                  <a:pt x="48230" y="73568"/>
                  <a:pt x="49993" y="75331"/>
                  <a:pt x="52167" y="75331"/>
                </a:cubicBezTo>
                <a:moveTo>
                  <a:pt x="52167" y="75331"/>
                </a:moveTo>
                <a:cubicBezTo>
                  <a:pt x="54342" y="75331"/>
                  <a:pt x="56104" y="73568"/>
                  <a:pt x="56104" y="71394"/>
                </a:cubicBezTo>
                <a:cubicBezTo>
                  <a:pt x="56104" y="69219"/>
                  <a:pt x="54342" y="67457"/>
                  <a:pt x="52167" y="67457"/>
                </a:cubicBezTo>
                <a:moveTo>
                  <a:pt x="96132" y="67457"/>
                </a:moveTo>
                <a:cubicBezTo>
                  <a:pt x="93958" y="67457"/>
                  <a:pt x="92195" y="69219"/>
                  <a:pt x="92195" y="71394"/>
                </a:cubicBezTo>
                <a:cubicBezTo>
                  <a:pt x="92195" y="73568"/>
                  <a:pt x="93958" y="75331"/>
                  <a:pt x="96132" y="75331"/>
                </a:cubicBezTo>
                <a:moveTo>
                  <a:pt x="96132" y="75331"/>
                </a:moveTo>
                <a:cubicBezTo>
                  <a:pt x="98307" y="75331"/>
                  <a:pt x="100069" y="73568"/>
                  <a:pt x="100069" y="71394"/>
                </a:cubicBezTo>
                <a:cubicBezTo>
                  <a:pt x="100069" y="69219"/>
                  <a:pt x="98307" y="67457"/>
                  <a:pt x="96132" y="67457"/>
                </a:cubicBezTo>
                <a:moveTo>
                  <a:pt x="140098" y="67457"/>
                </a:moveTo>
                <a:cubicBezTo>
                  <a:pt x="137923" y="67457"/>
                  <a:pt x="136161" y="69219"/>
                  <a:pt x="136161" y="71394"/>
                </a:cubicBezTo>
                <a:cubicBezTo>
                  <a:pt x="136161" y="73568"/>
                  <a:pt x="137923" y="75331"/>
                  <a:pt x="140098" y="75331"/>
                </a:cubicBezTo>
                <a:moveTo>
                  <a:pt x="140098" y="75331"/>
                </a:moveTo>
                <a:cubicBezTo>
                  <a:pt x="142272" y="75331"/>
                  <a:pt x="144035" y="73568"/>
                  <a:pt x="144035" y="71394"/>
                </a:cubicBezTo>
                <a:cubicBezTo>
                  <a:pt x="144035" y="69219"/>
                  <a:pt x="142272" y="67457"/>
                  <a:pt x="140098" y="67457"/>
                </a:cubicBezTo>
                <a:moveTo>
                  <a:pt x="184063" y="67457"/>
                </a:moveTo>
                <a:cubicBezTo>
                  <a:pt x="181889" y="67457"/>
                  <a:pt x="180126" y="69219"/>
                  <a:pt x="180126" y="71394"/>
                </a:cubicBezTo>
                <a:cubicBezTo>
                  <a:pt x="180126" y="73568"/>
                  <a:pt x="181889" y="75331"/>
                  <a:pt x="184063" y="75331"/>
                </a:cubicBezTo>
                <a:moveTo>
                  <a:pt x="184063" y="75331"/>
                </a:moveTo>
                <a:cubicBezTo>
                  <a:pt x="186238" y="75331"/>
                  <a:pt x="188000" y="73568"/>
                  <a:pt x="188000" y="71394"/>
                </a:cubicBezTo>
                <a:cubicBezTo>
                  <a:pt x="188000" y="69219"/>
                  <a:pt x="186238" y="67457"/>
                  <a:pt x="184063" y="67457"/>
                </a:cubicBezTo>
              </a:path>
            </a:pathLst>
          </a:custGeom>
          <a:noFill/>
          <a:ln w="3936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778448" y="2983760"/>
            <a:ext cx="241480" cy="199483"/>
          </a:xfrm>
          <a:custGeom>
            <a:avLst/>
            <a:gdLst/>
            <a:ahLst/>
            <a:cxnLst/>
            <a:rect l="0" t="0" r="0" b="0"/>
            <a:pathLst>
              <a:path w="241480" h="199483">
                <a:moveTo>
                  <a:pt x="10499" y="0"/>
                </a:moveTo>
                <a:lnTo>
                  <a:pt x="230981" y="0"/>
                </a:lnTo>
                <a:cubicBezTo>
                  <a:pt x="230981" y="0"/>
                  <a:pt x="241480" y="0"/>
                  <a:pt x="241480" y="10499"/>
                </a:cubicBezTo>
                <a:lnTo>
                  <a:pt x="241480" y="73494"/>
                </a:lnTo>
                <a:cubicBezTo>
                  <a:pt x="241480" y="73494"/>
                  <a:pt x="241480" y="83993"/>
                  <a:pt x="230981" y="83993"/>
                </a:cubicBezTo>
                <a:lnTo>
                  <a:pt x="10499" y="83993"/>
                </a:lnTo>
                <a:cubicBezTo>
                  <a:pt x="10499" y="83993"/>
                  <a:pt x="0" y="83993"/>
                  <a:pt x="0" y="73494"/>
                </a:cubicBezTo>
                <a:lnTo>
                  <a:pt x="0" y="10499"/>
                </a:lnTo>
                <a:cubicBezTo>
                  <a:pt x="0" y="10499"/>
                  <a:pt x="0" y="0"/>
                  <a:pt x="10499" y="0"/>
                </a:cubicBezTo>
                <a:moveTo>
                  <a:pt x="26247" y="20998"/>
                </a:moveTo>
                <a:lnTo>
                  <a:pt x="110241" y="20998"/>
                </a:lnTo>
                <a:moveTo>
                  <a:pt x="26247" y="41996"/>
                </a:moveTo>
                <a:lnTo>
                  <a:pt x="78743" y="41996"/>
                </a:lnTo>
                <a:moveTo>
                  <a:pt x="26247" y="62994"/>
                </a:moveTo>
                <a:lnTo>
                  <a:pt x="62994" y="62994"/>
                </a:lnTo>
                <a:moveTo>
                  <a:pt x="157487" y="0"/>
                </a:moveTo>
                <a:lnTo>
                  <a:pt x="157487" y="83993"/>
                </a:lnTo>
                <a:moveTo>
                  <a:pt x="215232" y="31917"/>
                </a:moveTo>
                <a:cubicBezTo>
                  <a:pt x="215229" y="29901"/>
                  <a:pt x="214072" y="28065"/>
                  <a:pt x="212255" y="27192"/>
                </a:cubicBezTo>
                <a:cubicBezTo>
                  <a:pt x="210438" y="26320"/>
                  <a:pt x="208282" y="26564"/>
                  <a:pt x="206707" y="27822"/>
                </a:cubicBezTo>
                <a:lnTo>
                  <a:pt x="194108" y="37901"/>
                </a:lnTo>
                <a:cubicBezTo>
                  <a:pt x="192866" y="38898"/>
                  <a:pt x="192143" y="40404"/>
                  <a:pt x="192143" y="41996"/>
                </a:cubicBezTo>
                <a:cubicBezTo>
                  <a:pt x="192143" y="43588"/>
                  <a:pt x="192866" y="45094"/>
                  <a:pt x="194108" y="46091"/>
                </a:cubicBezTo>
                <a:lnTo>
                  <a:pt x="206707" y="56170"/>
                </a:lnTo>
                <a:cubicBezTo>
                  <a:pt x="208282" y="57428"/>
                  <a:pt x="210438" y="57673"/>
                  <a:pt x="212255" y="56800"/>
                </a:cubicBezTo>
                <a:cubicBezTo>
                  <a:pt x="214072" y="55927"/>
                  <a:pt x="215229" y="54091"/>
                  <a:pt x="215232" y="52075"/>
                </a:cubicBezTo>
                <a:close/>
                <a:moveTo>
                  <a:pt x="10499" y="115490"/>
                </a:moveTo>
                <a:lnTo>
                  <a:pt x="230981" y="115490"/>
                </a:lnTo>
                <a:cubicBezTo>
                  <a:pt x="230981" y="115490"/>
                  <a:pt x="241480" y="115490"/>
                  <a:pt x="241480" y="125989"/>
                </a:cubicBezTo>
                <a:lnTo>
                  <a:pt x="241480" y="188984"/>
                </a:lnTo>
                <a:cubicBezTo>
                  <a:pt x="241480" y="188984"/>
                  <a:pt x="241480" y="199483"/>
                  <a:pt x="230981" y="199483"/>
                </a:cubicBezTo>
                <a:lnTo>
                  <a:pt x="10499" y="199483"/>
                </a:lnTo>
                <a:cubicBezTo>
                  <a:pt x="10499" y="199483"/>
                  <a:pt x="0" y="199483"/>
                  <a:pt x="0" y="188984"/>
                </a:cubicBezTo>
                <a:lnTo>
                  <a:pt x="0" y="125989"/>
                </a:lnTo>
                <a:cubicBezTo>
                  <a:pt x="0" y="125989"/>
                  <a:pt x="0" y="115490"/>
                  <a:pt x="10499" y="115490"/>
                </a:cubicBezTo>
                <a:moveTo>
                  <a:pt x="26247" y="136488"/>
                </a:moveTo>
                <a:lnTo>
                  <a:pt x="110241" y="136488"/>
                </a:lnTo>
                <a:moveTo>
                  <a:pt x="26247" y="157487"/>
                </a:moveTo>
                <a:lnTo>
                  <a:pt x="78743" y="157487"/>
                </a:lnTo>
                <a:moveTo>
                  <a:pt x="26247" y="178485"/>
                </a:moveTo>
                <a:lnTo>
                  <a:pt x="62994" y="178485"/>
                </a:lnTo>
                <a:moveTo>
                  <a:pt x="157487" y="115490"/>
                </a:moveTo>
                <a:lnTo>
                  <a:pt x="157487" y="199483"/>
                </a:lnTo>
                <a:moveTo>
                  <a:pt x="215232" y="147408"/>
                </a:moveTo>
                <a:cubicBezTo>
                  <a:pt x="215229" y="145392"/>
                  <a:pt x="214072" y="143556"/>
                  <a:pt x="212255" y="142683"/>
                </a:cubicBezTo>
                <a:cubicBezTo>
                  <a:pt x="210438" y="141810"/>
                  <a:pt x="208282" y="142055"/>
                  <a:pt x="206707" y="143313"/>
                </a:cubicBezTo>
                <a:lnTo>
                  <a:pt x="194108" y="153392"/>
                </a:lnTo>
                <a:cubicBezTo>
                  <a:pt x="192866" y="154388"/>
                  <a:pt x="192143" y="155895"/>
                  <a:pt x="192143" y="157487"/>
                </a:cubicBezTo>
                <a:cubicBezTo>
                  <a:pt x="192143" y="159079"/>
                  <a:pt x="192866" y="160585"/>
                  <a:pt x="194108" y="161581"/>
                </a:cubicBezTo>
                <a:lnTo>
                  <a:pt x="206707" y="171661"/>
                </a:lnTo>
                <a:cubicBezTo>
                  <a:pt x="208282" y="172918"/>
                  <a:pt x="210438" y="173163"/>
                  <a:pt x="212255" y="172290"/>
                </a:cubicBezTo>
                <a:cubicBezTo>
                  <a:pt x="214072" y="171418"/>
                  <a:pt x="215229" y="169582"/>
                  <a:pt x="215232" y="167566"/>
                </a:cubicBezTo>
                <a:close/>
              </a:path>
            </a:pathLst>
          </a:custGeom>
          <a:noFill/>
          <a:ln w="3936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33213" y="2957514"/>
            <a:ext cx="864238" cy="944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 Slab"/>
              </a:rPr>
              <a:t>SLAAC and DHCPv6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6305550" y="2900380"/>
            <a:ext cx="2383859" cy="285711"/>
            <a:chOff x="6305550" y="2900380"/>
            <a:chExt cx="2383859" cy="285711"/>
          </a:xfrm>
        </p:grpSpPr>
        <p:sp>
          <p:nvSpPr>
            <p:cNvPr id="29" name="TextBox 28"/>
            <p:cNvSpPr txBox="1"/>
            <p:nvPr/>
          </p:nvSpPr>
          <p:spPr>
            <a:xfrm>
              <a:off x="6305550" y="2900380"/>
              <a:ext cx="2741437" cy="142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22403B"/>
                  </a:solidFill>
                  <a:latin typeface="Roboto"/>
                </a:rPr>
                <a:t>Subnetting Math: Number of subnets = 2ⁿ; Usable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305550" y="3043255"/>
              <a:ext cx="2741437" cy="1428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22403B"/>
                  </a:solidFill>
                  <a:latin typeface="Roboto"/>
                </a:rPr>
                <a:t>hosts per subnet = 2ʰ − 2.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717405" y="3114996"/>
            <a:ext cx="1335881" cy="189022"/>
            <a:chOff x="717405" y="3114996"/>
            <a:chExt cx="1335881" cy="189022"/>
          </a:xfrm>
        </p:grpSpPr>
        <p:sp>
          <p:nvSpPr>
            <p:cNvPr id="32" name="TextBox 31"/>
            <p:cNvSpPr txBox="1"/>
            <p:nvPr/>
          </p:nvSpPr>
          <p:spPr>
            <a:xfrm>
              <a:off x="517023" y="3114996"/>
              <a:ext cx="1536263" cy="94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600" b="1">
                  <a:solidFill>
                    <a:srgbClr val="22403B"/>
                  </a:solidFill>
                  <a:latin typeface="Roboto"/>
                </a:rPr>
                <a:t>Requires specific subnetting math for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17023" y="3209484"/>
              <a:ext cx="1536263" cy="945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600" b="1">
                  <a:solidFill>
                    <a:srgbClr val="22403B"/>
                  </a:solidFill>
                  <a:latin typeface="Roboto"/>
                </a:rPr>
                <a:t>host allocation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793739" y="3114975"/>
            <a:ext cx="699020" cy="189022"/>
            <a:chOff x="2793739" y="3114975"/>
            <a:chExt cx="699020" cy="189022"/>
          </a:xfrm>
        </p:grpSpPr>
        <p:sp>
          <p:nvSpPr>
            <p:cNvPr id="35" name="TextBox 34"/>
            <p:cNvSpPr txBox="1"/>
            <p:nvPr/>
          </p:nvSpPr>
          <p:spPr>
            <a:xfrm>
              <a:off x="2741313" y="3114975"/>
              <a:ext cx="803873" cy="944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 Slab"/>
                </a:rPr>
                <a:t>Configuration and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741313" y="3209462"/>
              <a:ext cx="803873" cy="945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 Slab"/>
                </a:rPr>
                <a:t>Management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233213" y="3114996"/>
            <a:ext cx="1009526" cy="189022"/>
            <a:chOff x="4233213" y="3114996"/>
            <a:chExt cx="1009526" cy="189022"/>
          </a:xfrm>
        </p:grpSpPr>
        <p:sp>
          <p:nvSpPr>
            <p:cNvPr id="38" name="TextBox 37"/>
            <p:cNvSpPr txBox="1"/>
            <p:nvPr/>
          </p:nvSpPr>
          <p:spPr>
            <a:xfrm>
              <a:off x="4233213" y="3114996"/>
              <a:ext cx="1160954" cy="94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1">
                  <a:solidFill>
                    <a:srgbClr val="22403B"/>
                  </a:solidFill>
                  <a:latin typeface="Roboto"/>
                </a:rPr>
                <a:t>Supports Stateless Address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233213" y="3209484"/>
              <a:ext cx="1160954" cy="945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1">
                  <a:solidFill>
                    <a:srgbClr val="22403B"/>
                  </a:solidFill>
                  <a:latin typeface="Roboto"/>
                </a:rPr>
                <a:t>Autoconfiguration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1359367" y="3650458"/>
            <a:ext cx="693919" cy="944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600" b="1">
                <a:solidFill>
                  <a:srgbClr val="22403B"/>
                </a:solidFill>
                <a:latin typeface="Roboto Slab"/>
              </a:rPr>
              <a:t>RFC 1918 ranges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71820" y="3655705"/>
            <a:ext cx="230981" cy="241480"/>
          </a:xfrm>
          <a:custGeom>
            <a:avLst/>
            <a:gdLst/>
            <a:ahLst/>
            <a:cxnLst/>
            <a:rect l="0" t="0" r="0" b="0"/>
            <a:pathLst>
              <a:path w="230981" h="241480">
                <a:moveTo>
                  <a:pt x="31497" y="178485"/>
                </a:moveTo>
                <a:lnTo>
                  <a:pt x="31497" y="152237"/>
                </a:lnTo>
                <a:cubicBezTo>
                  <a:pt x="31497" y="149338"/>
                  <a:pt x="33847" y="146988"/>
                  <a:pt x="36747" y="146988"/>
                </a:cubicBezTo>
                <a:lnTo>
                  <a:pt x="194234" y="146988"/>
                </a:lnTo>
                <a:cubicBezTo>
                  <a:pt x="197133" y="146988"/>
                  <a:pt x="199483" y="149338"/>
                  <a:pt x="199483" y="152237"/>
                </a:cubicBezTo>
                <a:lnTo>
                  <a:pt x="199483" y="178485"/>
                </a:lnTo>
                <a:moveTo>
                  <a:pt x="115490" y="115490"/>
                </a:moveTo>
                <a:lnTo>
                  <a:pt x="115490" y="178485"/>
                </a:lnTo>
                <a:moveTo>
                  <a:pt x="0" y="209982"/>
                </a:moveTo>
                <a:cubicBezTo>
                  <a:pt x="0" y="227378"/>
                  <a:pt x="14101" y="241480"/>
                  <a:pt x="31497" y="241480"/>
                </a:cubicBezTo>
                <a:cubicBezTo>
                  <a:pt x="48892" y="241480"/>
                  <a:pt x="62994" y="227378"/>
                  <a:pt x="62994" y="209982"/>
                </a:cubicBezTo>
                <a:cubicBezTo>
                  <a:pt x="62994" y="192587"/>
                  <a:pt x="48892" y="178485"/>
                  <a:pt x="31497" y="178485"/>
                </a:cubicBezTo>
                <a:cubicBezTo>
                  <a:pt x="14101" y="178485"/>
                  <a:pt x="0" y="192587"/>
                  <a:pt x="0" y="209982"/>
                </a:cubicBezTo>
                <a:close/>
                <a:moveTo>
                  <a:pt x="83993" y="209982"/>
                </a:moveTo>
                <a:cubicBezTo>
                  <a:pt x="83993" y="227378"/>
                  <a:pt x="98095" y="241480"/>
                  <a:pt x="115490" y="241480"/>
                </a:cubicBezTo>
                <a:cubicBezTo>
                  <a:pt x="132886" y="241480"/>
                  <a:pt x="146988" y="227378"/>
                  <a:pt x="146988" y="209982"/>
                </a:cubicBezTo>
                <a:cubicBezTo>
                  <a:pt x="146988" y="192587"/>
                  <a:pt x="132886" y="178485"/>
                  <a:pt x="115490" y="178485"/>
                </a:cubicBezTo>
                <a:cubicBezTo>
                  <a:pt x="98095" y="178485"/>
                  <a:pt x="83993" y="192587"/>
                  <a:pt x="83993" y="209982"/>
                </a:cubicBezTo>
                <a:close/>
                <a:moveTo>
                  <a:pt x="167986" y="209982"/>
                </a:moveTo>
                <a:cubicBezTo>
                  <a:pt x="167986" y="227378"/>
                  <a:pt x="182088" y="241480"/>
                  <a:pt x="199483" y="241480"/>
                </a:cubicBezTo>
                <a:cubicBezTo>
                  <a:pt x="216879" y="241480"/>
                  <a:pt x="230981" y="227378"/>
                  <a:pt x="230981" y="209982"/>
                </a:cubicBezTo>
                <a:cubicBezTo>
                  <a:pt x="230981" y="192587"/>
                  <a:pt x="216879" y="178485"/>
                  <a:pt x="199483" y="178485"/>
                </a:cubicBezTo>
                <a:cubicBezTo>
                  <a:pt x="182088" y="178485"/>
                  <a:pt x="167986" y="192587"/>
                  <a:pt x="167986" y="209982"/>
                </a:cubicBezTo>
                <a:close/>
                <a:moveTo>
                  <a:pt x="167986" y="104991"/>
                </a:moveTo>
                <a:cubicBezTo>
                  <a:pt x="167986" y="110789"/>
                  <a:pt x="163285" y="115490"/>
                  <a:pt x="157487" y="115490"/>
                </a:cubicBezTo>
                <a:lnTo>
                  <a:pt x="73494" y="115490"/>
                </a:lnTo>
                <a:cubicBezTo>
                  <a:pt x="67695" y="115490"/>
                  <a:pt x="62994" y="110789"/>
                  <a:pt x="62994" y="104991"/>
                </a:cubicBezTo>
                <a:lnTo>
                  <a:pt x="62994" y="52495"/>
                </a:lnTo>
                <a:cubicBezTo>
                  <a:pt x="62994" y="46697"/>
                  <a:pt x="67695" y="41996"/>
                  <a:pt x="73494" y="41996"/>
                </a:cubicBezTo>
                <a:lnTo>
                  <a:pt x="157487" y="41996"/>
                </a:lnTo>
                <a:cubicBezTo>
                  <a:pt x="163285" y="41996"/>
                  <a:pt x="167986" y="46697"/>
                  <a:pt x="167986" y="52495"/>
                </a:cubicBezTo>
                <a:close/>
                <a:moveTo>
                  <a:pt x="104991" y="78743"/>
                </a:moveTo>
                <a:cubicBezTo>
                  <a:pt x="104991" y="84542"/>
                  <a:pt x="109692" y="89242"/>
                  <a:pt x="115490" y="89242"/>
                </a:cubicBezTo>
                <a:cubicBezTo>
                  <a:pt x="121289" y="89242"/>
                  <a:pt x="125989" y="84542"/>
                  <a:pt x="125989" y="78743"/>
                </a:cubicBezTo>
                <a:cubicBezTo>
                  <a:pt x="125989" y="72945"/>
                  <a:pt x="121289" y="68244"/>
                  <a:pt x="115490" y="68244"/>
                </a:cubicBezTo>
                <a:cubicBezTo>
                  <a:pt x="109692" y="68244"/>
                  <a:pt x="104991" y="72945"/>
                  <a:pt x="104991" y="78743"/>
                </a:cubicBezTo>
                <a:close/>
                <a:moveTo>
                  <a:pt x="146988" y="41996"/>
                </a:moveTo>
                <a:lnTo>
                  <a:pt x="146988" y="31497"/>
                </a:lnTo>
                <a:cubicBezTo>
                  <a:pt x="146988" y="14101"/>
                  <a:pt x="132886" y="0"/>
                  <a:pt x="115490" y="0"/>
                </a:cubicBezTo>
                <a:cubicBezTo>
                  <a:pt x="98095" y="0"/>
                  <a:pt x="83993" y="14101"/>
                  <a:pt x="83993" y="31497"/>
                </a:cubicBezTo>
                <a:lnTo>
                  <a:pt x="83993" y="41996"/>
                </a:lnTo>
              </a:path>
            </a:pathLst>
          </a:custGeom>
          <a:noFill/>
          <a:ln w="3936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3773199" y="3649143"/>
            <a:ext cx="227831" cy="245417"/>
          </a:xfrm>
          <a:custGeom>
            <a:avLst/>
            <a:gdLst/>
            <a:ahLst/>
            <a:cxnLst/>
            <a:rect l="0" t="0" r="0" b="0"/>
            <a:pathLst>
              <a:path w="227831" h="245417">
                <a:moveTo>
                  <a:pt x="125989" y="164836"/>
                </a:moveTo>
                <a:cubicBezTo>
                  <a:pt x="159621" y="164836"/>
                  <a:pt x="186884" y="137572"/>
                  <a:pt x="186884" y="103941"/>
                </a:cubicBezTo>
                <a:cubicBezTo>
                  <a:pt x="186884" y="70309"/>
                  <a:pt x="159621" y="43046"/>
                  <a:pt x="125989" y="43046"/>
                </a:cubicBezTo>
                <a:cubicBezTo>
                  <a:pt x="92358" y="43046"/>
                  <a:pt x="65094" y="70309"/>
                  <a:pt x="65094" y="103941"/>
                </a:cubicBezTo>
                <a:cubicBezTo>
                  <a:pt x="65094" y="137572"/>
                  <a:pt x="92358" y="164836"/>
                  <a:pt x="125989" y="164836"/>
                </a:cubicBezTo>
                <a:close/>
                <a:moveTo>
                  <a:pt x="182685" y="103941"/>
                </a:moveTo>
                <a:lnTo>
                  <a:pt x="69294" y="103941"/>
                </a:lnTo>
                <a:moveTo>
                  <a:pt x="116540" y="164110"/>
                </a:moveTo>
                <a:cubicBezTo>
                  <a:pt x="109191" y="144021"/>
                  <a:pt x="104991" y="120759"/>
                  <a:pt x="104991" y="97497"/>
                </a:cubicBezTo>
                <a:cubicBezTo>
                  <a:pt x="104991" y="79522"/>
                  <a:pt x="108141" y="61547"/>
                  <a:pt x="112340" y="44629"/>
                </a:cubicBezTo>
                <a:moveTo>
                  <a:pt x="138588" y="44629"/>
                </a:moveTo>
                <a:cubicBezTo>
                  <a:pt x="142788" y="61547"/>
                  <a:pt x="145938" y="79522"/>
                  <a:pt x="145938" y="97497"/>
                </a:cubicBezTo>
                <a:cubicBezTo>
                  <a:pt x="145938" y="120759"/>
                  <a:pt x="141738" y="144021"/>
                  <a:pt x="134389" y="164110"/>
                </a:cubicBezTo>
                <a:moveTo>
                  <a:pt x="41996" y="148037"/>
                </a:moveTo>
                <a:cubicBezTo>
                  <a:pt x="23098" y="112340"/>
                  <a:pt x="28347" y="67194"/>
                  <a:pt x="58795" y="36747"/>
                </a:cubicBezTo>
                <a:cubicBezTo>
                  <a:pt x="95542" y="0"/>
                  <a:pt x="155387" y="0"/>
                  <a:pt x="192134" y="36747"/>
                </a:cubicBezTo>
                <a:cubicBezTo>
                  <a:pt x="222581" y="67194"/>
                  <a:pt x="227831" y="112340"/>
                  <a:pt x="208933" y="148037"/>
                </a:cubicBezTo>
                <a:moveTo>
                  <a:pt x="47246" y="245417"/>
                </a:moveTo>
                <a:cubicBezTo>
                  <a:pt x="57683" y="245417"/>
                  <a:pt x="66144" y="236956"/>
                  <a:pt x="66144" y="226519"/>
                </a:cubicBezTo>
                <a:cubicBezTo>
                  <a:pt x="66144" y="216081"/>
                  <a:pt x="57683" y="207620"/>
                  <a:pt x="47246" y="207620"/>
                </a:cubicBezTo>
                <a:cubicBezTo>
                  <a:pt x="36808" y="207620"/>
                  <a:pt x="28347" y="216081"/>
                  <a:pt x="28347" y="226519"/>
                </a:cubicBezTo>
                <a:cubicBezTo>
                  <a:pt x="28347" y="236956"/>
                  <a:pt x="36808" y="245417"/>
                  <a:pt x="47246" y="245417"/>
                </a:cubicBezTo>
                <a:close/>
                <a:moveTo>
                  <a:pt x="125989" y="245417"/>
                </a:moveTo>
                <a:cubicBezTo>
                  <a:pt x="136426" y="245417"/>
                  <a:pt x="144888" y="236956"/>
                  <a:pt x="144888" y="226519"/>
                </a:cubicBezTo>
                <a:cubicBezTo>
                  <a:pt x="144888" y="216081"/>
                  <a:pt x="136426" y="207620"/>
                  <a:pt x="125989" y="207620"/>
                </a:cubicBezTo>
                <a:cubicBezTo>
                  <a:pt x="115552" y="207620"/>
                  <a:pt x="107091" y="216081"/>
                  <a:pt x="107091" y="226519"/>
                </a:cubicBezTo>
                <a:cubicBezTo>
                  <a:pt x="107091" y="236956"/>
                  <a:pt x="115552" y="245417"/>
                  <a:pt x="125989" y="245417"/>
                </a:cubicBezTo>
                <a:close/>
                <a:moveTo>
                  <a:pt x="204733" y="245417"/>
                </a:moveTo>
                <a:cubicBezTo>
                  <a:pt x="215170" y="245417"/>
                  <a:pt x="223631" y="236956"/>
                  <a:pt x="223631" y="226519"/>
                </a:cubicBezTo>
                <a:cubicBezTo>
                  <a:pt x="223631" y="216081"/>
                  <a:pt x="215170" y="207620"/>
                  <a:pt x="204733" y="207620"/>
                </a:cubicBezTo>
                <a:cubicBezTo>
                  <a:pt x="194296" y="207620"/>
                  <a:pt x="185834" y="216081"/>
                  <a:pt x="185834" y="226519"/>
                </a:cubicBezTo>
                <a:cubicBezTo>
                  <a:pt x="185834" y="236956"/>
                  <a:pt x="194296" y="245417"/>
                  <a:pt x="204733" y="245417"/>
                </a:cubicBezTo>
                <a:close/>
                <a:moveTo>
                  <a:pt x="0" y="1312"/>
                </a:moveTo>
                <a:moveTo>
                  <a:pt x="125989" y="164836"/>
                </a:moveTo>
                <a:lnTo>
                  <a:pt x="125989" y="207620"/>
                </a:lnTo>
                <a:moveTo>
                  <a:pt x="47246" y="207620"/>
                </a:moveTo>
                <a:lnTo>
                  <a:pt x="47246" y="199461"/>
                </a:lnTo>
                <a:cubicBezTo>
                  <a:pt x="47246" y="192467"/>
                  <a:pt x="51446" y="187804"/>
                  <a:pt x="57745" y="187804"/>
                </a:cubicBezTo>
                <a:lnTo>
                  <a:pt x="194235" y="187804"/>
                </a:lnTo>
                <a:cubicBezTo>
                  <a:pt x="200534" y="187804"/>
                  <a:pt x="204734" y="192467"/>
                  <a:pt x="204734" y="199461"/>
                </a:cubicBezTo>
                <a:lnTo>
                  <a:pt x="204734" y="207620"/>
                </a:lnTo>
              </a:path>
            </a:pathLst>
          </a:custGeom>
          <a:noFill/>
          <a:ln w="3936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33213" y="3650458"/>
            <a:ext cx="628328" cy="944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 Slab"/>
              </a:rPr>
              <a:t>Global Unicast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683715" y="3807940"/>
            <a:ext cx="1369571" cy="189022"/>
            <a:chOff x="683715" y="3807940"/>
            <a:chExt cx="1369571" cy="189022"/>
          </a:xfrm>
        </p:grpSpPr>
        <p:sp>
          <p:nvSpPr>
            <p:cNvPr id="45" name="TextBox 44"/>
            <p:cNvSpPr txBox="1"/>
            <p:nvPr/>
          </p:nvSpPr>
          <p:spPr>
            <a:xfrm>
              <a:off x="478280" y="3807940"/>
              <a:ext cx="1575006" cy="94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600" b="1">
                  <a:solidFill>
                    <a:srgbClr val="22403B"/>
                  </a:solidFill>
                  <a:latin typeface="Roboto"/>
                </a:rPr>
                <a:t>Utilizes 10.0.0.0/8, 172.16.0.0/12, and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78280" y="3902428"/>
              <a:ext cx="1575006" cy="945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600" b="1">
                  <a:solidFill>
                    <a:srgbClr val="22403B"/>
                  </a:solidFill>
                  <a:latin typeface="Roboto"/>
                </a:rPr>
                <a:t>192.168.0.0/16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2929232" y="3744923"/>
            <a:ext cx="428034" cy="189023"/>
            <a:chOff x="2929232" y="3744923"/>
            <a:chExt cx="428034" cy="189023"/>
          </a:xfrm>
        </p:grpSpPr>
        <p:sp>
          <p:nvSpPr>
            <p:cNvPr id="48" name="TextBox 47"/>
            <p:cNvSpPr txBox="1"/>
            <p:nvPr/>
          </p:nvSpPr>
          <p:spPr>
            <a:xfrm>
              <a:off x="2897130" y="3744923"/>
              <a:ext cx="492239" cy="944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 Slab"/>
                </a:rPr>
                <a:t>Private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897130" y="3839411"/>
              <a:ext cx="492239" cy="945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1">
                  <a:solidFill>
                    <a:srgbClr val="22403B"/>
                  </a:solidFill>
                  <a:latin typeface="Roboto Slab"/>
                </a:rPr>
                <a:t>Addressing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4233213" y="3807940"/>
            <a:ext cx="1322660" cy="189022"/>
            <a:chOff x="4233213" y="3807940"/>
            <a:chExt cx="1322660" cy="189022"/>
          </a:xfrm>
        </p:grpSpPr>
        <p:sp>
          <p:nvSpPr>
            <p:cNvPr id="51" name="TextBox 50"/>
            <p:cNvSpPr txBox="1"/>
            <p:nvPr/>
          </p:nvSpPr>
          <p:spPr>
            <a:xfrm>
              <a:off x="4233213" y="3807940"/>
              <a:ext cx="1521059" cy="94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1">
                  <a:solidFill>
                    <a:srgbClr val="22403B"/>
                  </a:solidFill>
                  <a:latin typeface="Roboto"/>
                </a:rPr>
                <a:t>Designed for end-to-end reachability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233213" y="3902428"/>
              <a:ext cx="1521059" cy="945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600" b="1">
                  <a:solidFill>
                    <a:srgbClr val="22403B"/>
                  </a:solidFill>
                  <a:latin typeface="Roboto"/>
                </a:rPr>
                <a:t>without NAT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4233213" y="2359020"/>
            <a:ext cx="788811" cy="944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 Slab"/>
              </a:rPr>
              <a:t>128-bit addressing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1475" y="2193149"/>
            <a:ext cx="2686050" cy="1385849"/>
          </a:xfrm>
          <a:custGeom>
            <a:avLst/>
            <a:gdLst/>
            <a:ahLst/>
            <a:cxnLst/>
            <a:rect l="0" t="0" r="0" b="0"/>
            <a:pathLst>
              <a:path w="2686050" h="1385849">
                <a:moveTo>
                  <a:pt x="2686050" y="1271549"/>
                </a:moveTo>
                <a:cubicBezTo>
                  <a:pt x="2686050" y="1334671"/>
                  <a:pt x="2634872" y="1385849"/>
                  <a:pt x="2571750" y="1385849"/>
                </a:cubicBezTo>
                <a:lnTo>
                  <a:pt x="114300" y="1385849"/>
                </a:lnTo>
                <a:cubicBezTo>
                  <a:pt x="51177" y="1385849"/>
                  <a:pt x="0" y="1334671"/>
                  <a:pt x="0" y="1271549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2571750" y="0"/>
                </a:lnTo>
                <a:cubicBezTo>
                  <a:pt x="2634872" y="0"/>
                  <a:pt x="2686050" y="51177"/>
                  <a:pt x="2686050" y="114300"/>
                </a:cubicBezTo>
                <a:lnTo>
                  <a:pt x="2686050" y="1271549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71475" y="2193149"/>
            <a:ext cx="2686050" cy="1385849"/>
          </a:xfrm>
          <a:custGeom>
            <a:avLst/>
            <a:gdLst/>
            <a:ahLst/>
            <a:cxnLst/>
            <a:rect l="0" t="0" r="0" b="0"/>
            <a:pathLst>
              <a:path w="2686050" h="1385849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5" y="0"/>
                  <a:pt x="2571750" y="0"/>
                </a:cubicBezTo>
                <a:moveTo>
                  <a:pt x="2686050" y="1271549"/>
                </a:moveTo>
                <a:lnTo>
                  <a:pt x="2686050" y="114300"/>
                </a:lnTo>
                <a:moveTo>
                  <a:pt x="2571750" y="1385849"/>
                </a:moveTo>
                <a:cubicBezTo>
                  <a:pt x="2634875" y="1385849"/>
                  <a:pt x="2686050" y="1334675"/>
                  <a:pt x="2686050" y="1271549"/>
                </a:cubicBezTo>
                <a:moveTo>
                  <a:pt x="2571750" y="1385849"/>
                </a:moveTo>
                <a:lnTo>
                  <a:pt x="114300" y="1385849"/>
                </a:lnTo>
                <a:moveTo>
                  <a:pt x="114300" y="1385849"/>
                </a:moveTo>
                <a:cubicBezTo>
                  <a:pt x="51174" y="1385849"/>
                  <a:pt x="0" y="1334675"/>
                  <a:pt x="0" y="1271549"/>
                </a:cubicBezTo>
                <a:moveTo>
                  <a:pt x="0" y="1271549"/>
                </a:moveTo>
                <a:lnTo>
                  <a:pt x="0" y="114300"/>
                </a:ln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28975" y="2193149"/>
            <a:ext cx="2686050" cy="1385849"/>
          </a:xfrm>
          <a:custGeom>
            <a:avLst/>
            <a:gdLst/>
            <a:ahLst/>
            <a:cxnLst/>
            <a:rect l="0" t="0" r="0" b="0"/>
            <a:pathLst>
              <a:path w="2686050" h="1385849">
                <a:moveTo>
                  <a:pt x="2686050" y="1271549"/>
                </a:moveTo>
                <a:cubicBezTo>
                  <a:pt x="2686050" y="1334671"/>
                  <a:pt x="2634872" y="1385849"/>
                  <a:pt x="2571750" y="1385849"/>
                </a:cubicBezTo>
                <a:lnTo>
                  <a:pt x="114300" y="1385849"/>
                </a:lnTo>
                <a:cubicBezTo>
                  <a:pt x="51177" y="1385849"/>
                  <a:pt x="0" y="1334671"/>
                  <a:pt x="0" y="1271549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2571750" y="0"/>
                </a:lnTo>
                <a:cubicBezTo>
                  <a:pt x="2634872" y="0"/>
                  <a:pt x="2686050" y="51177"/>
                  <a:pt x="2686050" y="114300"/>
                </a:cubicBezTo>
                <a:lnTo>
                  <a:pt x="2686050" y="1271549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28975" y="2193149"/>
            <a:ext cx="2686050" cy="1385849"/>
          </a:xfrm>
          <a:custGeom>
            <a:avLst/>
            <a:gdLst/>
            <a:ahLst/>
            <a:cxnLst/>
            <a:rect l="0" t="0" r="0" b="0"/>
            <a:pathLst>
              <a:path w="2686050" h="1385849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5" y="0"/>
                  <a:pt x="2571750" y="0"/>
                </a:cubicBezTo>
                <a:moveTo>
                  <a:pt x="2686050" y="1271549"/>
                </a:moveTo>
                <a:lnTo>
                  <a:pt x="2686050" y="114300"/>
                </a:lnTo>
                <a:moveTo>
                  <a:pt x="2571750" y="1385849"/>
                </a:moveTo>
                <a:cubicBezTo>
                  <a:pt x="2634875" y="1385849"/>
                  <a:pt x="2686050" y="1334675"/>
                  <a:pt x="2686050" y="1271549"/>
                </a:cubicBezTo>
                <a:moveTo>
                  <a:pt x="2571750" y="1385849"/>
                </a:moveTo>
                <a:lnTo>
                  <a:pt x="114300" y="1385849"/>
                </a:lnTo>
                <a:moveTo>
                  <a:pt x="114300" y="1385849"/>
                </a:moveTo>
                <a:cubicBezTo>
                  <a:pt x="51174" y="1385849"/>
                  <a:pt x="0" y="1334675"/>
                  <a:pt x="0" y="1271549"/>
                </a:cubicBezTo>
                <a:moveTo>
                  <a:pt x="0" y="1271549"/>
                </a:moveTo>
                <a:lnTo>
                  <a:pt x="0" y="114300"/>
                </a:ln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86475" y="2193149"/>
            <a:ext cx="2686050" cy="1385849"/>
          </a:xfrm>
          <a:custGeom>
            <a:avLst/>
            <a:gdLst/>
            <a:ahLst/>
            <a:cxnLst/>
            <a:rect l="0" t="0" r="0" b="0"/>
            <a:pathLst>
              <a:path w="2686050" h="1385849">
                <a:moveTo>
                  <a:pt x="2686050" y="1271549"/>
                </a:moveTo>
                <a:cubicBezTo>
                  <a:pt x="2686050" y="1334671"/>
                  <a:pt x="2634872" y="1385849"/>
                  <a:pt x="2571750" y="1385849"/>
                </a:cubicBezTo>
                <a:lnTo>
                  <a:pt x="114300" y="1385849"/>
                </a:lnTo>
                <a:cubicBezTo>
                  <a:pt x="51177" y="1385849"/>
                  <a:pt x="0" y="1334671"/>
                  <a:pt x="0" y="1271549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2571750" y="0"/>
                </a:lnTo>
                <a:cubicBezTo>
                  <a:pt x="2634872" y="0"/>
                  <a:pt x="2686050" y="51177"/>
                  <a:pt x="2686050" y="114300"/>
                </a:cubicBezTo>
                <a:lnTo>
                  <a:pt x="2686050" y="1271549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86475" y="2193149"/>
            <a:ext cx="2686050" cy="1385849"/>
          </a:xfrm>
          <a:custGeom>
            <a:avLst/>
            <a:gdLst/>
            <a:ahLst/>
            <a:cxnLst/>
            <a:rect l="0" t="0" r="0" b="0"/>
            <a:pathLst>
              <a:path w="2686050" h="1385849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5" y="0"/>
                  <a:pt x="2571750" y="0"/>
                </a:cubicBezTo>
                <a:moveTo>
                  <a:pt x="2686050" y="1271549"/>
                </a:moveTo>
                <a:lnTo>
                  <a:pt x="2686050" y="114300"/>
                </a:lnTo>
                <a:moveTo>
                  <a:pt x="2571750" y="1385849"/>
                </a:moveTo>
                <a:cubicBezTo>
                  <a:pt x="2634875" y="1385849"/>
                  <a:pt x="2686050" y="1334675"/>
                  <a:pt x="2686050" y="1271549"/>
                </a:cubicBezTo>
                <a:moveTo>
                  <a:pt x="2571750" y="1385849"/>
                </a:moveTo>
                <a:lnTo>
                  <a:pt x="114300" y="1385849"/>
                </a:lnTo>
                <a:moveTo>
                  <a:pt x="114300" y="1385849"/>
                </a:moveTo>
                <a:cubicBezTo>
                  <a:pt x="51174" y="1385849"/>
                  <a:pt x="0" y="1334675"/>
                  <a:pt x="0" y="1271549"/>
                </a:cubicBezTo>
                <a:moveTo>
                  <a:pt x="0" y="1271549"/>
                </a:moveTo>
                <a:lnTo>
                  <a:pt x="0" y="114300"/>
                </a:lnTo>
              </a:path>
            </a:pathLst>
          </a:custGeom>
          <a:noFill/>
          <a:ln w="7143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0" name="Group 9"/>
          <p:cNvGrpSpPr/>
          <p:nvPr/>
        </p:nvGrpSpPr>
        <p:grpSpPr>
          <a:xfrm>
            <a:off x="390525" y="1021574"/>
            <a:ext cx="5476875" cy="800100"/>
            <a:chOff x="390525" y="1021574"/>
            <a:chExt cx="5476875" cy="800100"/>
          </a:xfrm>
        </p:grpSpPr>
        <p:sp>
          <p:nvSpPr>
            <p:cNvPr id="8" name="TextBox 7"/>
            <p:cNvSpPr txBox="1"/>
            <p:nvPr/>
          </p:nvSpPr>
          <p:spPr>
            <a:xfrm>
              <a:off x="390525" y="1021574"/>
              <a:ext cx="6298406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22403B"/>
                  </a:solidFill>
                  <a:latin typeface="Roboto Slab"/>
                </a:rPr>
                <a:t>CLI Troubleshooting: PING &amp;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0525" y="1421624"/>
              <a:ext cx="6298406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22403B"/>
                  </a:solidFill>
                  <a:latin typeface="Roboto Slab"/>
                </a:rPr>
                <a:t>ICMP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581025" y="2383649"/>
            <a:ext cx="453068" cy="3000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300" b="1">
                <a:solidFill>
                  <a:srgbClr val="22403B"/>
                </a:solidFill>
                <a:latin typeface="Roboto"/>
              </a:rP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525" y="2383649"/>
            <a:ext cx="1967018" cy="3000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300" b="1">
                <a:solidFill>
                  <a:srgbClr val="22403B"/>
                </a:solidFill>
                <a:latin typeface="Roboto"/>
              </a:rPr>
              <a:t>milliseconds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6025" y="2383649"/>
            <a:ext cx="1545704" cy="3000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300" b="1">
                <a:solidFill>
                  <a:srgbClr val="22403B"/>
                </a:solidFill>
                <a:latin typeface="Roboto"/>
              </a:rPr>
              <a:t>hop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2855137"/>
            <a:ext cx="70500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 Slab"/>
              </a:rPr>
              <a:t>Packet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525" y="2855137"/>
            <a:ext cx="26617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 Slab"/>
              </a:rPr>
              <a:t>RTT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6025" y="2855137"/>
            <a:ext cx="256042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 Slab"/>
              </a:rPr>
              <a:t>TTL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581025" y="3083737"/>
            <a:ext cx="1892503" cy="304761"/>
            <a:chOff x="581025" y="3083737"/>
            <a:chExt cx="1892503" cy="304761"/>
          </a:xfrm>
        </p:grpSpPr>
        <p:sp>
          <p:nvSpPr>
            <p:cNvPr id="17" name="TextBox 16"/>
            <p:cNvSpPr txBox="1"/>
            <p:nvPr/>
          </p:nvSpPr>
          <p:spPr>
            <a:xfrm>
              <a:off x="581025" y="3083737"/>
              <a:ext cx="217637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22403B"/>
                  </a:solidFill>
                  <a:latin typeface="Roboto"/>
                </a:rPr>
                <a:t>0% packet loss indicates a reachable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81025" y="3236137"/>
              <a:ext cx="2176378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22403B"/>
                  </a:solidFill>
                  <a:latin typeface="Roboto"/>
                </a:rPr>
                <a:t>destination.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438525" y="3083737"/>
            <a:ext cx="2140153" cy="304761"/>
            <a:chOff x="3438525" y="3083737"/>
            <a:chExt cx="2140153" cy="304761"/>
          </a:xfrm>
        </p:grpSpPr>
        <p:sp>
          <p:nvSpPr>
            <p:cNvPr id="20" name="TextBox 19"/>
            <p:cNvSpPr txBox="1"/>
            <p:nvPr/>
          </p:nvSpPr>
          <p:spPr>
            <a:xfrm>
              <a:off x="3438525" y="3083737"/>
              <a:ext cx="246117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22403B"/>
                  </a:solidFill>
                  <a:latin typeface="Roboto"/>
                </a:rPr>
                <a:t>RTT (Round-Trip Time) measures network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438525" y="3236137"/>
              <a:ext cx="2461175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22403B"/>
                  </a:solidFill>
                  <a:latin typeface="Roboto"/>
                </a:rPr>
                <a:t>latency in milliseconds.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296025" y="3083737"/>
            <a:ext cx="2170385" cy="304761"/>
            <a:chOff x="6296025" y="3083737"/>
            <a:chExt cx="2170385" cy="304761"/>
          </a:xfrm>
        </p:grpSpPr>
        <p:sp>
          <p:nvSpPr>
            <p:cNvPr id="23" name="TextBox 22"/>
            <p:cNvSpPr txBox="1"/>
            <p:nvPr/>
          </p:nvSpPr>
          <p:spPr>
            <a:xfrm>
              <a:off x="6296025" y="3083737"/>
              <a:ext cx="249594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22403B"/>
                  </a:solidFill>
                  <a:latin typeface="Roboto"/>
                </a:rPr>
                <a:t>TTL (Time To Live) values help identify the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296025" y="3236137"/>
              <a:ext cx="2495942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22403B"/>
                  </a:solidFill>
                  <a:latin typeface="Roboto"/>
                </a:rPr>
                <a:t>operating system and hop count.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390525" y="3950475"/>
            <a:ext cx="521001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22403B"/>
                </a:solidFill>
                <a:latin typeface="Roboto"/>
              </a:rPr>
              <a:t>Connectivity verification and latency analysis using Echo Request/Reply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47086" y="2265445"/>
            <a:ext cx="1777831" cy="516140"/>
          </a:xfrm>
          <a:custGeom>
            <a:avLst/>
            <a:gdLst/>
            <a:ahLst/>
            <a:cxnLst/>
            <a:rect l="0" t="0" r="0" b="0"/>
            <a:pathLst>
              <a:path w="1777831" h="516140">
                <a:moveTo>
                  <a:pt x="69961" y="490966"/>
                </a:moveTo>
                <a:lnTo>
                  <a:pt x="69961" y="459495"/>
                </a:lnTo>
                <a:lnTo>
                  <a:pt x="12715" y="459495"/>
                </a:lnTo>
                <a:cubicBezTo>
                  <a:pt x="5695" y="459495"/>
                  <a:pt x="0" y="453856"/>
                  <a:pt x="0" y="446903"/>
                </a:cubicBezTo>
                <a:lnTo>
                  <a:pt x="0" y="119595"/>
                </a:lnTo>
                <a:cubicBezTo>
                  <a:pt x="0" y="112642"/>
                  <a:pt x="5695" y="107003"/>
                  <a:pt x="12715" y="107003"/>
                </a:cubicBezTo>
                <a:lnTo>
                  <a:pt x="69961" y="107003"/>
                </a:lnTo>
                <a:lnTo>
                  <a:pt x="69961" y="75533"/>
                </a:lnTo>
                <a:cubicBezTo>
                  <a:pt x="69961" y="61626"/>
                  <a:pt x="81353" y="50358"/>
                  <a:pt x="95402" y="50358"/>
                </a:cubicBezTo>
                <a:lnTo>
                  <a:pt x="513683" y="50358"/>
                </a:lnTo>
                <a:lnTo>
                  <a:pt x="513683" y="0"/>
                </a:lnTo>
                <a:lnTo>
                  <a:pt x="621801" y="0"/>
                </a:lnTo>
                <a:lnTo>
                  <a:pt x="621801" y="50358"/>
                </a:lnTo>
                <a:lnTo>
                  <a:pt x="1162392" y="50358"/>
                </a:lnTo>
                <a:lnTo>
                  <a:pt x="1162392" y="0"/>
                </a:lnTo>
                <a:lnTo>
                  <a:pt x="1270511" y="0"/>
                </a:lnTo>
                <a:lnTo>
                  <a:pt x="1270511" y="50358"/>
                </a:lnTo>
                <a:lnTo>
                  <a:pt x="1682429" y="50358"/>
                </a:lnTo>
                <a:cubicBezTo>
                  <a:pt x="1696478" y="50358"/>
                  <a:pt x="1707870" y="61626"/>
                  <a:pt x="1707870" y="75533"/>
                </a:cubicBezTo>
                <a:lnTo>
                  <a:pt x="1707870" y="107003"/>
                </a:lnTo>
                <a:lnTo>
                  <a:pt x="1765115" y="107003"/>
                </a:lnTo>
                <a:cubicBezTo>
                  <a:pt x="1772135" y="107003"/>
                  <a:pt x="1777831" y="112642"/>
                  <a:pt x="1777831" y="119595"/>
                </a:cubicBezTo>
                <a:lnTo>
                  <a:pt x="1777831" y="446903"/>
                </a:lnTo>
                <a:cubicBezTo>
                  <a:pt x="1777831" y="453856"/>
                  <a:pt x="1772135" y="459495"/>
                  <a:pt x="1765115" y="459495"/>
                </a:cubicBezTo>
                <a:lnTo>
                  <a:pt x="1707870" y="459495"/>
                </a:lnTo>
                <a:lnTo>
                  <a:pt x="1707870" y="490966"/>
                </a:lnTo>
                <a:cubicBezTo>
                  <a:pt x="1707870" y="504872"/>
                  <a:pt x="1696478" y="516140"/>
                  <a:pt x="1682429" y="516140"/>
                </a:cubicBezTo>
                <a:lnTo>
                  <a:pt x="1556708" y="516140"/>
                </a:lnTo>
                <a:lnTo>
                  <a:pt x="1556708" y="503558"/>
                </a:lnTo>
                <a:cubicBezTo>
                  <a:pt x="1556708" y="482698"/>
                  <a:pt x="1539620" y="465791"/>
                  <a:pt x="1518542" y="465791"/>
                </a:cubicBezTo>
                <a:lnTo>
                  <a:pt x="265642" y="465791"/>
                </a:lnTo>
                <a:cubicBezTo>
                  <a:pt x="244573" y="465791"/>
                  <a:pt x="227485" y="482698"/>
                  <a:pt x="227485" y="503558"/>
                </a:cubicBezTo>
                <a:lnTo>
                  <a:pt x="227485" y="516140"/>
                </a:lnTo>
                <a:lnTo>
                  <a:pt x="95402" y="516140"/>
                </a:lnTo>
                <a:cubicBezTo>
                  <a:pt x="81353" y="516140"/>
                  <a:pt x="69961" y="504872"/>
                  <a:pt x="69961" y="490966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47086" y="2265445"/>
            <a:ext cx="1777831" cy="516144"/>
          </a:xfrm>
          <a:custGeom>
            <a:avLst/>
            <a:gdLst/>
            <a:ahLst/>
            <a:cxnLst/>
            <a:rect l="0" t="0" r="0" b="0"/>
            <a:pathLst>
              <a:path w="1777831" h="516144">
                <a:moveTo>
                  <a:pt x="95398" y="516144"/>
                </a:moveTo>
                <a:lnTo>
                  <a:pt x="143667" y="516144"/>
                </a:lnTo>
                <a:lnTo>
                  <a:pt x="227486" y="516144"/>
                </a:lnTo>
                <a:lnTo>
                  <a:pt x="227486" y="503555"/>
                </a:lnTo>
                <a:cubicBezTo>
                  <a:pt x="227486" y="482697"/>
                  <a:pt x="244570" y="465789"/>
                  <a:pt x="265645" y="465789"/>
                </a:cubicBezTo>
                <a:lnTo>
                  <a:pt x="1162391" y="465789"/>
                </a:lnTo>
                <a:lnTo>
                  <a:pt x="1270510" y="465789"/>
                </a:lnTo>
                <a:lnTo>
                  <a:pt x="1518546" y="465789"/>
                </a:lnTo>
                <a:cubicBezTo>
                  <a:pt x="1539620" y="465789"/>
                  <a:pt x="1556706" y="482697"/>
                  <a:pt x="1556706" y="503555"/>
                </a:cubicBezTo>
                <a:lnTo>
                  <a:pt x="1556706" y="516144"/>
                </a:lnTo>
                <a:lnTo>
                  <a:pt x="1629053" y="516144"/>
                </a:lnTo>
                <a:lnTo>
                  <a:pt x="1682433" y="516144"/>
                </a:lnTo>
                <a:cubicBezTo>
                  <a:pt x="1696483" y="516144"/>
                  <a:pt x="1707872" y="504871"/>
                  <a:pt x="1707872" y="490966"/>
                </a:cubicBezTo>
                <a:lnTo>
                  <a:pt x="1707872" y="459494"/>
                </a:lnTo>
                <a:lnTo>
                  <a:pt x="1765112" y="459494"/>
                </a:lnTo>
                <a:cubicBezTo>
                  <a:pt x="1772136" y="459494"/>
                  <a:pt x="1777831" y="453858"/>
                  <a:pt x="1777831" y="446905"/>
                </a:cubicBezTo>
                <a:lnTo>
                  <a:pt x="1777831" y="119594"/>
                </a:lnTo>
                <a:cubicBezTo>
                  <a:pt x="1777831" y="112641"/>
                  <a:pt x="1772136" y="107005"/>
                  <a:pt x="1765112" y="107005"/>
                </a:cubicBezTo>
                <a:lnTo>
                  <a:pt x="1707872" y="107005"/>
                </a:lnTo>
                <a:lnTo>
                  <a:pt x="1707872" y="75533"/>
                </a:lnTo>
                <a:cubicBezTo>
                  <a:pt x="1707872" y="61628"/>
                  <a:pt x="1696483" y="50355"/>
                  <a:pt x="1682433" y="50355"/>
                </a:cubicBezTo>
                <a:lnTo>
                  <a:pt x="1629053" y="50355"/>
                </a:lnTo>
                <a:lnTo>
                  <a:pt x="143667" y="50355"/>
                </a:lnTo>
                <a:lnTo>
                  <a:pt x="95398" y="50355"/>
                </a:lnTo>
                <a:cubicBezTo>
                  <a:pt x="81348" y="50355"/>
                  <a:pt x="69958" y="61628"/>
                  <a:pt x="69958" y="75533"/>
                </a:cubicBezTo>
                <a:lnTo>
                  <a:pt x="69958" y="107005"/>
                </a:lnTo>
                <a:lnTo>
                  <a:pt x="12719" y="107005"/>
                </a:lnTo>
                <a:cubicBezTo>
                  <a:pt x="5694" y="107005"/>
                  <a:pt x="0" y="112641"/>
                  <a:pt x="0" y="119594"/>
                </a:cubicBezTo>
                <a:lnTo>
                  <a:pt x="0" y="446905"/>
                </a:lnTo>
                <a:cubicBezTo>
                  <a:pt x="0" y="453858"/>
                  <a:pt x="5694" y="459494"/>
                  <a:pt x="12719" y="459494"/>
                </a:cubicBezTo>
                <a:lnTo>
                  <a:pt x="69958" y="459494"/>
                </a:lnTo>
                <a:lnTo>
                  <a:pt x="69958" y="490966"/>
                </a:lnTo>
                <a:cubicBezTo>
                  <a:pt x="69958" y="504871"/>
                  <a:pt x="81348" y="516144"/>
                  <a:pt x="95398" y="516144"/>
                </a:cubicBezTo>
                <a:close/>
                <a:moveTo>
                  <a:pt x="513681" y="0"/>
                </a:moveTo>
                <a:lnTo>
                  <a:pt x="513681" y="107005"/>
                </a:lnTo>
                <a:lnTo>
                  <a:pt x="513681" y="151066"/>
                </a:lnTo>
                <a:lnTo>
                  <a:pt x="513681" y="365077"/>
                </a:lnTo>
                <a:lnTo>
                  <a:pt x="513681" y="402844"/>
                </a:lnTo>
                <a:lnTo>
                  <a:pt x="513681" y="465789"/>
                </a:lnTo>
                <a:lnTo>
                  <a:pt x="621800" y="465789"/>
                </a:lnTo>
                <a:lnTo>
                  <a:pt x="621800" y="402844"/>
                </a:lnTo>
                <a:lnTo>
                  <a:pt x="621800" y="365077"/>
                </a:lnTo>
                <a:lnTo>
                  <a:pt x="621800" y="151066"/>
                </a:lnTo>
                <a:lnTo>
                  <a:pt x="621800" y="107005"/>
                </a:lnTo>
                <a:lnTo>
                  <a:pt x="621800" y="0"/>
                </a:lnTo>
                <a:close/>
                <a:moveTo>
                  <a:pt x="69958" y="107005"/>
                </a:moveTo>
                <a:lnTo>
                  <a:pt x="69958" y="459494"/>
                </a:lnTo>
                <a:moveTo>
                  <a:pt x="1707872" y="459494"/>
                </a:moveTo>
                <a:lnTo>
                  <a:pt x="1707872" y="107005"/>
                </a:lnTo>
                <a:moveTo>
                  <a:pt x="1162391" y="402844"/>
                </a:moveTo>
                <a:lnTo>
                  <a:pt x="1162391" y="465789"/>
                </a:lnTo>
                <a:moveTo>
                  <a:pt x="1270510" y="402844"/>
                </a:moveTo>
                <a:lnTo>
                  <a:pt x="1270510" y="465789"/>
                </a:lnTo>
                <a:moveTo>
                  <a:pt x="621800" y="107005"/>
                </a:moveTo>
                <a:lnTo>
                  <a:pt x="513681" y="107005"/>
                </a:lnTo>
                <a:moveTo>
                  <a:pt x="621800" y="151066"/>
                </a:moveTo>
                <a:lnTo>
                  <a:pt x="513681" y="151066"/>
                </a:lnTo>
                <a:moveTo>
                  <a:pt x="621800" y="365077"/>
                </a:moveTo>
                <a:lnTo>
                  <a:pt x="513681" y="365077"/>
                </a:lnTo>
                <a:moveTo>
                  <a:pt x="621800" y="402844"/>
                </a:moveTo>
                <a:lnTo>
                  <a:pt x="513681" y="402844"/>
                </a:lnTo>
                <a:moveTo>
                  <a:pt x="1162391" y="107005"/>
                </a:moveTo>
                <a:lnTo>
                  <a:pt x="1162391" y="0"/>
                </a:lnTo>
                <a:lnTo>
                  <a:pt x="1270510" y="0"/>
                </a:lnTo>
                <a:lnTo>
                  <a:pt x="1270510" y="107005"/>
                </a:lnTo>
                <a:moveTo>
                  <a:pt x="1270510" y="107005"/>
                </a:moveTo>
                <a:lnTo>
                  <a:pt x="1162391" y="107005"/>
                </a:lnTo>
                <a:moveTo>
                  <a:pt x="1162391" y="151066"/>
                </a:moveTo>
                <a:lnTo>
                  <a:pt x="1162391" y="107005"/>
                </a:lnTo>
                <a:moveTo>
                  <a:pt x="1270510" y="151066"/>
                </a:moveTo>
                <a:lnTo>
                  <a:pt x="1270510" y="107005"/>
                </a:lnTo>
                <a:moveTo>
                  <a:pt x="1270510" y="151066"/>
                </a:moveTo>
                <a:lnTo>
                  <a:pt x="1162391" y="151066"/>
                </a:lnTo>
                <a:moveTo>
                  <a:pt x="1162391" y="365077"/>
                </a:moveTo>
                <a:lnTo>
                  <a:pt x="1162391" y="151066"/>
                </a:lnTo>
                <a:moveTo>
                  <a:pt x="1270510" y="365077"/>
                </a:moveTo>
                <a:lnTo>
                  <a:pt x="1270510" y="151066"/>
                </a:lnTo>
                <a:moveTo>
                  <a:pt x="1270510" y="365077"/>
                </a:moveTo>
                <a:lnTo>
                  <a:pt x="1162391" y="365077"/>
                </a:lnTo>
                <a:moveTo>
                  <a:pt x="1162391" y="402844"/>
                </a:moveTo>
                <a:lnTo>
                  <a:pt x="1162391" y="365077"/>
                </a:lnTo>
                <a:moveTo>
                  <a:pt x="1270510" y="402844"/>
                </a:moveTo>
                <a:lnTo>
                  <a:pt x="1270510" y="365077"/>
                </a:lnTo>
                <a:moveTo>
                  <a:pt x="1270510" y="402844"/>
                </a:moveTo>
                <a:lnTo>
                  <a:pt x="1162391" y="402844"/>
                </a:lnTo>
                <a:moveTo>
                  <a:pt x="143667" y="132183"/>
                </a:moveTo>
                <a:lnTo>
                  <a:pt x="143667" y="50355"/>
                </a:lnTo>
                <a:moveTo>
                  <a:pt x="143667" y="365077"/>
                </a:moveTo>
                <a:lnTo>
                  <a:pt x="143667" y="207716"/>
                </a:lnTo>
                <a:moveTo>
                  <a:pt x="143667" y="516144"/>
                </a:moveTo>
                <a:lnTo>
                  <a:pt x="143667" y="446905"/>
                </a:lnTo>
                <a:moveTo>
                  <a:pt x="1629053" y="138477"/>
                </a:moveTo>
                <a:lnTo>
                  <a:pt x="1629053" y="50355"/>
                </a:lnTo>
                <a:moveTo>
                  <a:pt x="1629053" y="365077"/>
                </a:moveTo>
                <a:lnTo>
                  <a:pt x="1629053" y="207716"/>
                </a:lnTo>
                <a:moveTo>
                  <a:pt x="1629053" y="516144"/>
                </a:moveTo>
                <a:lnTo>
                  <a:pt x="1629053" y="446905"/>
                </a:lnTo>
              </a:path>
            </a:pathLst>
          </a:custGeom>
          <a:noFill/>
          <a:ln w="5814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520924" y="2735686"/>
            <a:ext cx="2020976" cy="1674599"/>
          </a:xfrm>
          <a:custGeom>
            <a:avLst/>
            <a:gdLst/>
            <a:ahLst/>
            <a:cxnLst/>
            <a:rect l="0" t="0" r="0" b="0"/>
            <a:pathLst>
              <a:path w="2020976" h="1674599">
                <a:moveTo>
                  <a:pt x="1644834" y="0"/>
                </a:moveTo>
                <a:cubicBezTo>
                  <a:pt x="1665960" y="0"/>
                  <a:pt x="1683086" y="17040"/>
                  <a:pt x="1683086" y="38061"/>
                </a:cubicBezTo>
                <a:lnTo>
                  <a:pt x="1683086" y="76114"/>
                </a:lnTo>
                <a:cubicBezTo>
                  <a:pt x="1710709" y="88801"/>
                  <a:pt x="1765963" y="131940"/>
                  <a:pt x="1765963" y="202977"/>
                </a:cubicBezTo>
                <a:lnTo>
                  <a:pt x="1765963" y="393268"/>
                </a:lnTo>
                <a:lnTo>
                  <a:pt x="1912600" y="494766"/>
                </a:lnTo>
                <a:lnTo>
                  <a:pt x="1912600" y="596255"/>
                </a:lnTo>
                <a:lnTo>
                  <a:pt x="1874339" y="596255"/>
                </a:lnTo>
                <a:lnTo>
                  <a:pt x="1848850" y="811920"/>
                </a:lnTo>
                <a:lnTo>
                  <a:pt x="1765963" y="811920"/>
                </a:lnTo>
                <a:lnTo>
                  <a:pt x="1765963" y="888044"/>
                </a:lnTo>
                <a:lnTo>
                  <a:pt x="1977599" y="972273"/>
                </a:lnTo>
                <a:cubicBezTo>
                  <a:pt x="2003793" y="982694"/>
                  <a:pt x="2020976" y="1008030"/>
                  <a:pt x="2020976" y="1036215"/>
                </a:cubicBezTo>
                <a:lnTo>
                  <a:pt x="2020976" y="1211551"/>
                </a:lnTo>
                <a:lnTo>
                  <a:pt x="1982733" y="1211551"/>
                </a:lnTo>
                <a:lnTo>
                  <a:pt x="1972818" y="1535048"/>
                </a:lnTo>
                <a:lnTo>
                  <a:pt x="1765963" y="1535048"/>
                </a:lnTo>
                <a:cubicBezTo>
                  <a:pt x="1765963" y="1582845"/>
                  <a:pt x="1731949" y="1621574"/>
                  <a:pt x="1731949" y="1621574"/>
                </a:cubicBezTo>
                <a:cubicBezTo>
                  <a:pt x="1707718" y="1650968"/>
                  <a:pt x="1668265" y="1674599"/>
                  <a:pt x="1606581" y="1674599"/>
                </a:cubicBezTo>
                <a:lnTo>
                  <a:pt x="401640" y="1674599"/>
                </a:lnTo>
                <a:cubicBezTo>
                  <a:pt x="359140" y="1670370"/>
                  <a:pt x="274139" y="1636537"/>
                  <a:pt x="274139" y="1535048"/>
                </a:cubicBezTo>
                <a:lnTo>
                  <a:pt x="96745" y="1535048"/>
                </a:lnTo>
                <a:cubicBezTo>
                  <a:pt x="90687" y="1535048"/>
                  <a:pt x="84820" y="1534248"/>
                  <a:pt x="79209" y="1532772"/>
                </a:cubicBezTo>
                <a:cubicBezTo>
                  <a:pt x="73999" y="1520466"/>
                  <a:pt x="66389" y="1507969"/>
                  <a:pt x="55864" y="1495520"/>
                </a:cubicBezTo>
                <a:cubicBezTo>
                  <a:pt x="47901" y="1486109"/>
                  <a:pt x="38500" y="1478422"/>
                  <a:pt x="28203" y="1472241"/>
                </a:cubicBezTo>
                <a:cubicBezTo>
                  <a:pt x="28155" y="1471593"/>
                  <a:pt x="28089" y="1470945"/>
                  <a:pt x="28051" y="1470288"/>
                </a:cubicBezTo>
                <a:lnTo>
                  <a:pt x="20469" y="1342024"/>
                </a:lnTo>
                <a:lnTo>
                  <a:pt x="122167" y="1342024"/>
                </a:lnTo>
                <a:cubicBezTo>
                  <a:pt x="141350" y="1342024"/>
                  <a:pt x="156905" y="1326280"/>
                  <a:pt x="156905" y="1306849"/>
                </a:cubicBezTo>
                <a:cubicBezTo>
                  <a:pt x="156905" y="1287427"/>
                  <a:pt x="141350" y="1271673"/>
                  <a:pt x="122167" y="1271673"/>
                </a:cubicBezTo>
                <a:lnTo>
                  <a:pt x="14306" y="1271673"/>
                </a:lnTo>
                <a:cubicBezTo>
                  <a:pt x="13535" y="1269282"/>
                  <a:pt x="13068" y="1266796"/>
                  <a:pt x="12887" y="1264262"/>
                </a:cubicBezTo>
                <a:lnTo>
                  <a:pt x="12887" y="1262291"/>
                </a:lnTo>
                <a:lnTo>
                  <a:pt x="0" y="1091022"/>
                </a:lnTo>
                <a:lnTo>
                  <a:pt x="274139" y="1091022"/>
                </a:lnTo>
                <a:lnTo>
                  <a:pt x="274139" y="202977"/>
                </a:lnTo>
                <a:cubicBezTo>
                  <a:pt x="274139" y="175345"/>
                  <a:pt x="289436" y="111280"/>
                  <a:pt x="350643" y="76114"/>
                </a:cubicBezTo>
                <a:lnTo>
                  <a:pt x="350643" y="38061"/>
                </a:lnTo>
                <a:cubicBezTo>
                  <a:pt x="350643" y="17040"/>
                  <a:pt x="367769" y="0"/>
                  <a:pt x="388896" y="0"/>
                </a:cubicBezTo>
                <a:lnTo>
                  <a:pt x="1644834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520924" y="2735707"/>
            <a:ext cx="2064578" cy="1674602"/>
          </a:xfrm>
          <a:custGeom>
            <a:avLst/>
            <a:gdLst/>
            <a:ahLst/>
            <a:cxnLst/>
            <a:rect l="0" t="0" r="0" b="0"/>
            <a:pathLst>
              <a:path w="2064578" h="1674602">
                <a:moveTo>
                  <a:pt x="1606582" y="1674602"/>
                </a:moveTo>
                <a:lnTo>
                  <a:pt x="401645" y="1674602"/>
                </a:lnTo>
                <a:cubicBezTo>
                  <a:pt x="359143" y="1670374"/>
                  <a:pt x="274138" y="1636543"/>
                  <a:pt x="274138" y="1535052"/>
                </a:cubicBezTo>
                <a:lnTo>
                  <a:pt x="274138" y="1091029"/>
                </a:lnTo>
                <a:lnTo>
                  <a:pt x="274138" y="202981"/>
                </a:lnTo>
                <a:cubicBezTo>
                  <a:pt x="274138" y="175343"/>
                  <a:pt x="289439" y="111276"/>
                  <a:pt x="350642" y="76118"/>
                </a:cubicBezTo>
                <a:lnTo>
                  <a:pt x="350642" y="38059"/>
                </a:lnTo>
                <a:cubicBezTo>
                  <a:pt x="350642" y="17039"/>
                  <a:pt x="367769" y="0"/>
                  <a:pt x="388895" y="0"/>
                </a:cubicBezTo>
                <a:lnTo>
                  <a:pt x="943548" y="0"/>
                </a:lnTo>
                <a:lnTo>
                  <a:pt x="1020052" y="0"/>
                </a:lnTo>
                <a:lnTo>
                  <a:pt x="1096556" y="0"/>
                </a:lnTo>
                <a:lnTo>
                  <a:pt x="1644833" y="0"/>
                </a:lnTo>
                <a:cubicBezTo>
                  <a:pt x="1665960" y="0"/>
                  <a:pt x="1683085" y="17039"/>
                  <a:pt x="1683085" y="38059"/>
                </a:cubicBezTo>
                <a:lnTo>
                  <a:pt x="1683085" y="76118"/>
                </a:lnTo>
                <a:cubicBezTo>
                  <a:pt x="1710712" y="88804"/>
                  <a:pt x="1765965" y="131938"/>
                  <a:pt x="1765965" y="202981"/>
                </a:cubicBezTo>
                <a:lnTo>
                  <a:pt x="1765965" y="393277"/>
                </a:lnTo>
                <a:lnTo>
                  <a:pt x="1912597" y="494768"/>
                </a:lnTo>
                <a:lnTo>
                  <a:pt x="1912597" y="542343"/>
                </a:lnTo>
                <a:lnTo>
                  <a:pt x="1912597" y="596260"/>
                </a:lnTo>
                <a:lnTo>
                  <a:pt x="1874345" y="596260"/>
                </a:lnTo>
                <a:lnTo>
                  <a:pt x="1848844" y="811928"/>
                </a:lnTo>
                <a:lnTo>
                  <a:pt x="1765965" y="811928"/>
                </a:lnTo>
                <a:lnTo>
                  <a:pt x="1765965" y="888047"/>
                </a:lnTo>
                <a:lnTo>
                  <a:pt x="1977607" y="972277"/>
                </a:lnTo>
                <a:cubicBezTo>
                  <a:pt x="2003793" y="982698"/>
                  <a:pt x="2020978" y="1008033"/>
                  <a:pt x="2020978" y="1036218"/>
                </a:cubicBezTo>
                <a:lnTo>
                  <a:pt x="2020978" y="1141775"/>
                </a:lnTo>
                <a:lnTo>
                  <a:pt x="2020978" y="1211550"/>
                </a:lnTo>
                <a:lnTo>
                  <a:pt x="1982726" y="1211550"/>
                </a:lnTo>
                <a:lnTo>
                  <a:pt x="1972819" y="1535070"/>
                </a:lnTo>
                <a:lnTo>
                  <a:pt x="1765965" y="1535070"/>
                </a:lnTo>
                <a:cubicBezTo>
                  <a:pt x="1765965" y="1583463"/>
                  <a:pt x="1731952" y="1621581"/>
                  <a:pt x="1731952" y="1621581"/>
                </a:cubicBezTo>
                <a:cubicBezTo>
                  <a:pt x="1707719" y="1650975"/>
                  <a:pt x="1668268" y="1674602"/>
                  <a:pt x="1606582" y="1674602"/>
                </a:cubicBezTo>
                <a:close/>
                <a:moveTo>
                  <a:pt x="274138" y="1535052"/>
                </a:moveTo>
                <a:lnTo>
                  <a:pt x="80058" y="1535052"/>
                </a:lnTo>
                <a:moveTo>
                  <a:pt x="350642" y="76118"/>
                </a:moveTo>
                <a:lnTo>
                  <a:pt x="350642" y="501112"/>
                </a:lnTo>
                <a:cubicBezTo>
                  <a:pt x="350642" y="547690"/>
                  <a:pt x="379647" y="643433"/>
                  <a:pt x="490900" y="682390"/>
                </a:cubicBezTo>
                <a:moveTo>
                  <a:pt x="1550748" y="682390"/>
                </a:moveTo>
                <a:cubicBezTo>
                  <a:pt x="1609526" y="658733"/>
                  <a:pt x="1683085" y="590495"/>
                  <a:pt x="1683085" y="501112"/>
                </a:cubicBezTo>
                <a:lnTo>
                  <a:pt x="1683085" y="76118"/>
                </a:lnTo>
                <a:moveTo>
                  <a:pt x="490900" y="682390"/>
                </a:moveTo>
                <a:cubicBezTo>
                  <a:pt x="500854" y="685876"/>
                  <a:pt x="511467" y="688907"/>
                  <a:pt x="522776" y="691408"/>
                </a:cubicBezTo>
                <a:lnTo>
                  <a:pt x="605656" y="691408"/>
                </a:lnTo>
                <a:moveTo>
                  <a:pt x="605656" y="691408"/>
                </a:moveTo>
                <a:lnTo>
                  <a:pt x="605656" y="545514"/>
                </a:lnTo>
                <a:moveTo>
                  <a:pt x="605656" y="691408"/>
                </a:moveTo>
                <a:lnTo>
                  <a:pt x="605656" y="888047"/>
                </a:lnTo>
                <a:moveTo>
                  <a:pt x="605656" y="545514"/>
                </a:moveTo>
                <a:lnTo>
                  <a:pt x="605656" y="393277"/>
                </a:lnTo>
                <a:lnTo>
                  <a:pt x="682159" y="393277"/>
                </a:lnTo>
                <a:moveTo>
                  <a:pt x="682159" y="393277"/>
                </a:moveTo>
                <a:lnTo>
                  <a:pt x="758664" y="393277"/>
                </a:lnTo>
                <a:lnTo>
                  <a:pt x="758664" y="545514"/>
                </a:lnTo>
                <a:moveTo>
                  <a:pt x="682159" y="393277"/>
                </a:moveTo>
                <a:lnTo>
                  <a:pt x="682159" y="450366"/>
                </a:lnTo>
                <a:moveTo>
                  <a:pt x="682159" y="393277"/>
                </a:moveTo>
                <a:lnTo>
                  <a:pt x="682159" y="329845"/>
                </a:lnTo>
                <a:moveTo>
                  <a:pt x="758664" y="691408"/>
                </a:moveTo>
                <a:lnTo>
                  <a:pt x="1281440" y="691408"/>
                </a:lnTo>
                <a:moveTo>
                  <a:pt x="758664" y="691408"/>
                </a:moveTo>
                <a:lnTo>
                  <a:pt x="758664" y="545514"/>
                </a:lnTo>
                <a:moveTo>
                  <a:pt x="758664" y="691408"/>
                </a:moveTo>
                <a:lnTo>
                  <a:pt x="758664" y="888047"/>
                </a:lnTo>
                <a:moveTo>
                  <a:pt x="1281440" y="691408"/>
                </a:moveTo>
                <a:lnTo>
                  <a:pt x="1281440" y="754840"/>
                </a:lnTo>
                <a:moveTo>
                  <a:pt x="1281440" y="691408"/>
                </a:moveTo>
                <a:lnTo>
                  <a:pt x="1281440" y="542343"/>
                </a:lnTo>
                <a:moveTo>
                  <a:pt x="1281440" y="542343"/>
                </a:moveTo>
                <a:lnTo>
                  <a:pt x="1281440" y="393277"/>
                </a:lnTo>
                <a:lnTo>
                  <a:pt x="1364319" y="393277"/>
                </a:lnTo>
                <a:moveTo>
                  <a:pt x="1364319" y="393277"/>
                </a:moveTo>
                <a:lnTo>
                  <a:pt x="1434448" y="393277"/>
                </a:lnTo>
                <a:lnTo>
                  <a:pt x="1434448" y="542343"/>
                </a:lnTo>
                <a:moveTo>
                  <a:pt x="1364319" y="393277"/>
                </a:moveTo>
                <a:lnTo>
                  <a:pt x="1364319" y="329845"/>
                </a:lnTo>
                <a:moveTo>
                  <a:pt x="1364319" y="450366"/>
                </a:moveTo>
                <a:lnTo>
                  <a:pt x="1364319" y="393277"/>
                </a:lnTo>
                <a:moveTo>
                  <a:pt x="1434448" y="691408"/>
                </a:moveTo>
                <a:lnTo>
                  <a:pt x="1510952" y="691408"/>
                </a:lnTo>
                <a:cubicBezTo>
                  <a:pt x="1522391" y="691408"/>
                  <a:pt x="1536112" y="688281"/>
                  <a:pt x="1550748" y="682390"/>
                </a:cubicBezTo>
                <a:moveTo>
                  <a:pt x="1434448" y="691408"/>
                </a:moveTo>
                <a:lnTo>
                  <a:pt x="1434448" y="754840"/>
                </a:lnTo>
                <a:moveTo>
                  <a:pt x="1434448" y="691408"/>
                </a:moveTo>
                <a:lnTo>
                  <a:pt x="1434448" y="542343"/>
                </a:lnTo>
                <a:moveTo>
                  <a:pt x="605656" y="951479"/>
                </a:moveTo>
                <a:lnTo>
                  <a:pt x="573779" y="951479"/>
                </a:lnTo>
                <a:cubicBezTo>
                  <a:pt x="566737" y="951479"/>
                  <a:pt x="561028" y="957158"/>
                  <a:pt x="561028" y="964165"/>
                </a:cubicBezTo>
                <a:lnTo>
                  <a:pt x="561028" y="1021254"/>
                </a:lnTo>
                <a:cubicBezTo>
                  <a:pt x="561028" y="1028261"/>
                  <a:pt x="566737" y="1033940"/>
                  <a:pt x="573779" y="1033940"/>
                </a:cubicBezTo>
                <a:lnTo>
                  <a:pt x="605656" y="1033940"/>
                </a:lnTo>
                <a:moveTo>
                  <a:pt x="605656" y="951479"/>
                </a:moveTo>
                <a:lnTo>
                  <a:pt x="758664" y="951479"/>
                </a:lnTo>
                <a:moveTo>
                  <a:pt x="605656" y="951479"/>
                </a:moveTo>
                <a:lnTo>
                  <a:pt x="605656" y="888047"/>
                </a:lnTo>
                <a:moveTo>
                  <a:pt x="605656" y="1033940"/>
                </a:moveTo>
                <a:lnTo>
                  <a:pt x="605656" y="1065656"/>
                </a:lnTo>
                <a:cubicBezTo>
                  <a:pt x="605656" y="1072663"/>
                  <a:pt x="611364" y="1078343"/>
                  <a:pt x="618406" y="1078343"/>
                </a:cubicBezTo>
                <a:lnTo>
                  <a:pt x="745913" y="1078343"/>
                </a:lnTo>
                <a:cubicBezTo>
                  <a:pt x="752955" y="1078343"/>
                  <a:pt x="758664" y="1072663"/>
                  <a:pt x="758664" y="1065656"/>
                </a:cubicBezTo>
                <a:lnTo>
                  <a:pt x="758664" y="1033940"/>
                </a:lnTo>
                <a:moveTo>
                  <a:pt x="758664" y="1033940"/>
                </a:moveTo>
                <a:lnTo>
                  <a:pt x="605656" y="1033940"/>
                </a:lnTo>
                <a:moveTo>
                  <a:pt x="758664" y="1033940"/>
                </a:moveTo>
                <a:lnTo>
                  <a:pt x="790540" y="1033940"/>
                </a:lnTo>
                <a:cubicBezTo>
                  <a:pt x="797582" y="1033940"/>
                  <a:pt x="803290" y="1028261"/>
                  <a:pt x="803290" y="1021254"/>
                </a:cubicBezTo>
                <a:lnTo>
                  <a:pt x="803290" y="964165"/>
                </a:lnTo>
                <a:cubicBezTo>
                  <a:pt x="803290" y="957158"/>
                  <a:pt x="797582" y="951479"/>
                  <a:pt x="790540" y="951479"/>
                </a:cubicBezTo>
                <a:lnTo>
                  <a:pt x="758664" y="951479"/>
                </a:lnTo>
                <a:moveTo>
                  <a:pt x="758664" y="951479"/>
                </a:moveTo>
                <a:lnTo>
                  <a:pt x="758664" y="888047"/>
                </a:lnTo>
                <a:moveTo>
                  <a:pt x="1281440" y="754840"/>
                </a:moveTo>
                <a:lnTo>
                  <a:pt x="1249564" y="754840"/>
                </a:lnTo>
                <a:cubicBezTo>
                  <a:pt x="1242521" y="754840"/>
                  <a:pt x="1236813" y="760519"/>
                  <a:pt x="1236813" y="767526"/>
                </a:cubicBezTo>
                <a:lnTo>
                  <a:pt x="1236813" y="824615"/>
                </a:lnTo>
                <a:cubicBezTo>
                  <a:pt x="1236813" y="831621"/>
                  <a:pt x="1242521" y="837301"/>
                  <a:pt x="1249564" y="837301"/>
                </a:cubicBezTo>
                <a:lnTo>
                  <a:pt x="1281440" y="837301"/>
                </a:lnTo>
                <a:moveTo>
                  <a:pt x="1281440" y="754840"/>
                </a:moveTo>
                <a:lnTo>
                  <a:pt x="1434448" y="754840"/>
                </a:lnTo>
                <a:moveTo>
                  <a:pt x="1281440" y="837301"/>
                </a:moveTo>
                <a:lnTo>
                  <a:pt x="1434448" y="837301"/>
                </a:lnTo>
                <a:moveTo>
                  <a:pt x="1281440" y="837301"/>
                </a:moveTo>
                <a:lnTo>
                  <a:pt x="1281440" y="888047"/>
                </a:lnTo>
                <a:moveTo>
                  <a:pt x="1434448" y="837301"/>
                </a:moveTo>
                <a:lnTo>
                  <a:pt x="1466325" y="837301"/>
                </a:lnTo>
                <a:cubicBezTo>
                  <a:pt x="1473367" y="837301"/>
                  <a:pt x="1479075" y="831621"/>
                  <a:pt x="1479075" y="824615"/>
                </a:cubicBezTo>
                <a:lnTo>
                  <a:pt x="1479075" y="767526"/>
                </a:lnTo>
                <a:cubicBezTo>
                  <a:pt x="1479075" y="760519"/>
                  <a:pt x="1473367" y="754840"/>
                  <a:pt x="1466325" y="754840"/>
                </a:cubicBezTo>
                <a:lnTo>
                  <a:pt x="1434448" y="754840"/>
                </a:lnTo>
                <a:moveTo>
                  <a:pt x="1434448" y="837301"/>
                </a:moveTo>
                <a:lnTo>
                  <a:pt x="1434448" y="888047"/>
                </a:lnTo>
                <a:moveTo>
                  <a:pt x="605656" y="329845"/>
                </a:moveTo>
                <a:lnTo>
                  <a:pt x="573779" y="329845"/>
                </a:lnTo>
                <a:cubicBezTo>
                  <a:pt x="559695" y="329845"/>
                  <a:pt x="548278" y="341205"/>
                  <a:pt x="548278" y="355218"/>
                </a:cubicBezTo>
                <a:lnTo>
                  <a:pt x="548278" y="520141"/>
                </a:lnTo>
                <a:cubicBezTo>
                  <a:pt x="548278" y="534154"/>
                  <a:pt x="559695" y="545514"/>
                  <a:pt x="573779" y="545514"/>
                </a:cubicBezTo>
                <a:lnTo>
                  <a:pt x="605656" y="545514"/>
                </a:lnTo>
                <a:moveTo>
                  <a:pt x="758664" y="545514"/>
                </a:moveTo>
                <a:lnTo>
                  <a:pt x="790540" y="545514"/>
                </a:lnTo>
                <a:cubicBezTo>
                  <a:pt x="804624" y="545514"/>
                  <a:pt x="816042" y="534154"/>
                  <a:pt x="816042" y="520141"/>
                </a:cubicBezTo>
                <a:lnTo>
                  <a:pt x="816042" y="355218"/>
                </a:lnTo>
                <a:cubicBezTo>
                  <a:pt x="816042" y="341205"/>
                  <a:pt x="804624" y="329845"/>
                  <a:pt x="790540" y="329845"/>
                </a:cubicBezTo>
                <a:lnTo>
                  <a:pt x="758664" y="329845"/>
                </a:lnTo>
                <a:moveTo>
                  <a:pt x="682159" y="329845"/>
                </a:moveTo>
                <a:lnTo>
                  <a:pt x="682159" y="291786"/>
                </a:lnTo>
                <a:moveTo>
                  <a:pt x="605656" y="329845"/>
                </a:moveTo>
                <a:lnTo>
                  <a:pt x="682159" y="329845"/>
                </a:lnTo>
                <a:moveTo>
                  <a:pt x="682159" y="329845"/>
                </a:moveTo>
                <a:lnTo>
                  <a:pt x="758664" y="329845"/>
                </a:lnTo>
                <a:moveTo>
                  <a:pt x="682159" y="494768"/>
                </a:moveTo>
                <a:lnTo>
                  <a:pt x="682159" y="520141"/>
                </a:lnTo>
                <a:moveTo>
                  <a:pt x="682159" y="551857"/>
                </a:moveTo>
                <a:lnTo>
                  <a:pt x="682159" y="577230"/>
                </a:lnTo>
                <a:moveTo>
                  <a:pt x="605656" y="329845"/>
                </a:moveTo>
                <a:lnTo>
                  <a:pt x="605656" y="222011"/>
                </a:lnTo>
                <a:moveTo>
                  <a:pt x="605656" y="222011"/>
                </a:moveTo>
                <a:lnTo>
                  <a:pt x="758664" y="222011"/>
                </a:lnTo>
                <a:moveTo>
                  <a:pt x="548278" y="222011"/>
                </a:moveTo>
                <a:lnTo>
                  <a:pt x="605656" y="222011"/>
                </a:lnTo>
                <a:moveTo>
                  <a:pt x="758664" y="222011"/>
                </a:moveTo>
                <a:lnTo>
                  <a:pt x="758664" y="329845"/>
                </a:lnTo>
                <a:moveTo>
                  <a:pt x="758664" y="222011"/>
                </a:moveTo>
                <a:lnTo>
                  <a:pt x="816042" y="222011"/>
                </a:lnTo>
                <a:moveTo>
                  <a:pt x="1281440" y="329845"/>
                </a:moveTo>
                <a:lnTo>
                  <a:pt x="1224062" y="329845"/>
                </a:lnTo>
                <a:lnTo>
                  <a:pt x="1224062" y="542343"/>
                </a:lnTo>
                <a:lnTo>
                  <a:pt x="1281440" y="542343"/>
                </a:lnTo>
                <a:moveTo>
                  <a:pt x="1434448" y="542343"/>
                </a:moveTo>
                <a:lnTo>
                  <a:pt x="1491826" y="542343"/>
                </a:lnTo>
                <a:lnTo>
                  <a:pt x="1491826" y="329845"/>
                </a:lnTo>
                <a:lnTo>
                  <a:pt x="1434448" y="329845"/>
                </a:lnTo>
                <a:moveTo>
                  <a:pt x="1364319" y="291786"/>
                </a:moveTo>
                <a:lnTo>
                  <a:pt x="1364319" y="329845"/>
                </a:lnTo>
                <a:moveTo>
                  <a:pt x="1281440" y="329845"/>
                </a:moveTo>
                <a:lnTo>
                  <a:pt x="1364319" y="329845"/>
                </a:lnTo>
                <a:moveTo>
                  <a:pt x="1364319" y="329845"/>
                </a:moveTo>
                <a:lnTo>
                  <a:pt x="1434448" y="329845"/>
                </a:lnTo>
                <a:moveTo>
                  <a:pt x="1364319" y="520141"/>
                </a:moveTo>
                <a:lnTo>
                  <a:pt x="1364319" y="494768"/>
                </a:lnTo>
                <a:moveTo>
                  <a:pt x="1364319" y="551857"/>
                </a:moveTo>
                <a:lnTo>
                  <a:pt x="1364319" y="577230"/>
                </a:lnTo>
                <a:moveTo>
                  <a:pt x="1281440" y="329845"/>
                </a:moveTo>
                <a:lnTo>
                  <a:pt x="1281440" y="222011"/>
                </a:lnTo>
                <a:moveTo>
                  <a:pt x="1281440" y="222011"/>
                </a:moveTo>
                <a:lnTo>
                  <a:pt x="1434448" y="222011"/>
                </a:lnTo>
                <a:moveTo>
                  <a:pt x="1224062" y="222011"/>
                </a:moveTo>
                <a:lnTo>
                  <a:pt x="1281440" y="222011"/>
                </a:lnTo>
                <a:moveTo>
                  <a:pt x="1434448" y="222011"/>
                </a:moveTo>
                <a:lnTo>
                  <a:pt x="1434448" y="329845"/>
                </a:lnTo>
                <a:moveTo>
                  <a:pt x="1434448" y="222011"/>
                </a:moveTo>
                <a:lnTo>
                  <a:pt x="1491826" y="222011"/>
                </a:lnTo>
                <a:moveTo>
                  <a:pt x="490900" y="888047"/>
                </a:moveTo>
                <a:lnTo>
                  <a:pt x="605656" y="888047"/>
                </a:lnTo>
                <a:moveTo>
                  <a:pt x="1281440" y="888047"/>
                </a:moveTo>
                <a:lnTo>
                  <a:pt x="1281440" y="1065656"/>
                </a:lnTo>
                <a:cubicBezTo>
                  <a:pt x="1281440" y="1072663"/>
                  <a:pt x="1287149" y="1078343"/>
                  <a:pt x="1294191" y="1078343"/>
                </a:cubicBezTo>
                <a:lnTo>
                  <a:pt x="1421697" y="1078343"/>
                </a:lnTo>
                <a:cubicBezTo>
                  <a:pt x="1428739" y="1078343"/>
                  <a:pt x="1434448" y="1072663"/>
                  <a:pt x="1434448" y="1065656"/>
                </a:cubicBezTo>
                <a:lnTo>
                  <a:pt x="1434448" y="888047"/>
                </a:lnTo>
                <a:moveTo>
                  <a:pt x="1434448" y="888047"/>
                </a:moveTo>
                <a:lnTo>
                  <a:pt x="1550748" y="888047"/>
                </a:lnTo>
                <a:moveTo>
                  <a:pt x="758664" y="888047"/>
                </a:moveTo>
                <a:lnTo>
                  <a:pt x="1281440" y="888047"/>
                </a:lnTo>
                <a:moveTo>
                  <a:pt x="452647" y="1160804"/>
                </a:moveTo>
                <a:lnTo>
                  <a:pt x="452647" y="888047"/>
                </a:lnTo>
                <a:lnTo>
                  <a:pt x="490900" y="888047"/>
                </a:lnTo>
                <a:moveTo>
                  <a:pt x="452647" y="1160804"/>
                </a:moveTo>
                <a:lnTo>
                  <a:pt x="452647" y="1414531"/>
                </a:lnTo>
                <a:cubicBezTo>
                  <a:pt x="452647" y="1477963"/>
                  <a:pt x="536802" y="1592141"/>
                  <a:pt x="643907" y="1592141"/>
                </a:cubicBezTo>
                <a:lnTo>
                  <a:pt x="1389821" y="1592141"/>
                </a:lnTo>
                <a:cubicBezTo>
                  <a:pt x="1466325" y="1592141"/>
                  <a:pt x="1587456" y="1516022"/>
                  <a:pt x="1587456" y="1414531"/>
                </a:cubicBezTo>
                <a:lnTo>
                  <a:pt x="1587456" y="1160804"/>
                </a:lnTo>
                <a:moveTo>
                  <a:pt x="1587456" y="1160804"/>
                </a:moveTo>
                <a:lnTo>
                  <a:pt x="452647" y="1160804"/>
                </a:lnTo>
                <a:moveTo>
                  <a:pt x="1550748" y="888047"/>
                </a:moveTo>
                <a:lnTo>
                  <a:pt x="1587456" y="888047"/>
                </a:lnTo>
                <a:lnTo>
                  <a:pt x="1587456" y="1160804"/>
                </a:lnTo>
                <a:moveTo>
                  <a:pt x="943548" y="0"/>
                </a:moveTo>
                <a:lnTo>
                  <a:pt x="943548" y="139549"/>
                </a:lnTo>
                <a:cubicBezTo>
                  <a:pt x="943548" y="146556"/>
                  <a:pt x="949256" y="152236"/>
                  <a:pt x="956299" y="152236"/>
                </a:cubicBezTo>
                <a:lnTo>
                  <a:pt x="1083805" y="152236"/>
                </a:lnTo>
                <a:cubicBezTo>
                  <a:pt x="1090847" y="152236"/>
                  <a:pt x="1096556" y="146556"/>
                  <a:pt x="1096556" y="139549"/>
                </a:cubicBezTo>
                <a:lnTo>
                  <a:pt x="1096556" y="0"/>
                </a:lnTo>
                <a:moveTo>
                  <a:pt x="1020052" y="95147"/>
                </a:moveTo>
                <a:lnTo>
                  <a:pt x="1020052" y="0"/>
                </a:lnTo>
                <a:moveTo>
                  <a:pt x="490900" y="682390"/>
                </a:moveTo>
                <a:lnTo>
                  <a:pt x="490900" y="888047"/>
                </a:lnTo>
                <a:moveTo>
                  <a:pt x="1550748" y="682390"/>
                </a:moveTo>
                <a:lnTo>
                  <a:pt x="1550748" y="888047"/>
                </a:lnTo>
                <a:moveTo>
                  <a:pt x="1765965" y="393277"/>
                </a:moveTo>
                <a:lnTo>
                  <a:pt x="1765965" y="542343"/>
                </a:lnTo>
                <a:moveTo>
                  <a:pt x="1912597" y="596260"/>
                </a:moveTo>
                <a:cubicBezTo>
                  <a:pt x="1912597" y="596260"/>
                  <a:pt x="1912597" y="653783"/>
                  <a:pt x="1950849" y="673334"/>
                </a:cubicBezTo>
                <a:moveTo>
                  <a:pt x="1765965" y="596260"/>
                </a:moveTo>
                <a:lnTo>
                  <a:pt x="1874345" y="596260"/>
                </a:lnTo>
                <a:moveTo>
                  <a:pt x="1765965" y="596260"/>
                </a:moveTo>
                <a:lnTo>
                  <a:pt x="1765965" y="811928"/>
                </a:lnTo>
                <a:moveTo>
                  <a:pt x="1765965" y="596260"/>
                </a:moveTo>
                <a:lnTo>
                  <a:pt x="1765965" y="542343"/>
                </a:lnTo>
                <a:moveTo>
                  <a:pt x="1765965" y="542343"/>
                </a:moveTo>
                <a:lnTo>
                  <a:pt x="1912597" y="542343"/>
                </a:lnTo>
                <a:moveTo>
                  <a:pt x="1765965" y="888047"/>
                </a:moveTo>
                <a:lnTo>
                  <a:pt x="1765965" y="1141775"/>
                </a:lnTo>
                <a:moveTo>
                  <a:pt x="2020978" y="1211550"/>
                </a:moveTo>
                <a:cubicBezTo>
                  <a:pt x="2020978" y="1243265"/>
                  <a:pt x="2030168" y="1284626"/>
                  <a:pt x="2064578" y="1297719"/>
                </a:cubicBezTo>
                <a:moveTo>
                  <a:pt x="1765965" y="1211550"/>
                </a:moveTo>
                <a:lnTo>
                  <a:pt x="1982726" y="1211550"/>
                </a:lnTo>
                <a:moveTo>
                  <a:pt x="1765965" y="1211550"/>
                </a:moveTo>
                <a:lnTo>
                  <a:pt x="1765965" y="1141775"/>
                </a:lnTo>
                <a:moveTo>
                  <a:pt x="1765965" y="1211550"/>
                </a:moveTo>
                <a:lnTo>
                  <a:pt x="1765965" y="1535070"/>
                </a:lnTo>
                <a:moveTo>
                  <a:pt x="1765965" y="1141775"/>
                </a:moveTo>
                <a:lnTo>
                  <a:pt x="2020978" y="1141775"/>
                </a:lnTo>
                <a:moveTo>
                  <a:pt x="274138" y="1091029"/>
                </a:moveTo>
                <a:lnTo>
                  <a:pt x="0" y="1091029"/>
                </a:lnTo>
                <a:lnTo>
                  <a:pt x="12750" y="1262295"/>
                </a:lnTo>
                <a:lnTo>
                  <a:pt x="13894" y="1271675"/>
                </a:lnTo>
                <a:moveTo>
                  <a:pt x="20473" y="1342179"/>
                </a:moveTo>
                <a:lnTo>
                  <a:pt x="28165" y="1472279"/>
                </a:lnTo>
                <a:moveTo>
                  <a:pt x="892545" y="983195"/>
                </a:moveTo>
                <a:lnTo>
                  <a:pt x="892545" y="1065656"/>
                </a:lnTo>
                <a:cubicBezTo>
                  <a:pt x="892545" y="1072663"/>
                  <a:pt x="898254" y="1078343"/>
                  <a:pt x="905295" y="1078343"/>
                </a:cubicBezTo>
                <a:lnTo>
                  <a:pt x="1147559" y="1078343"/>
                </a:lnTo>
                <a:cubicBezTo>
                  <a:pt x="1154600" y="1078343"/>
                  <a:pt x="1160309" y="1072663"/>
                  <a:pt x="1160309" y="1065656"/>
                </a:cubicBezTo>
                <a:lnTo>
                  <a:pt x="1160309" y="983195"/>
                </a:lnTo>
                <a:cubicBezTo>
                  <a:pt x="1160309" y="976188"/>
                  <a:pt x="1154600" y="970508"/>
                  <a:pt x="1147559" y="970508"/>
                </a:cubicBezTo>
                <a:lnTo>
                  <a:pt x="905295" y="970508"/>
                </a:lnTo>
                <a:cubicBezTo>
                  <a:pt x="898254" y="970508"/>
                  <a:pt x="892545" y="976188"/>
                  <a:pt x="892545" y="983195"/>
                </a:cubicBezTo>
                <a:close/>
                <a:moveTo>
                  <a:pt x="701285" y="1268638"/>
                </a:moveTo>
                <a:cubicBezTo>
                  <a:pt x="701285" y="1254625"/>
                  <a:pt x="712703" y="1243265"/>
                  <a:pt x="726787" y="1243265"/>
                </a:cubicBezTo>
                <a:lnTo>
                  <a:pt x="1319692" y="1243265"/>
                </a:lnTo>
                <a:cubicBezTo>
                  <a:pt x="1333776" y="1243265"/>
                  <a:pt x="1345193" y="1254625"/>
                  <a:pt x="1345193" y="1268638"/>
                </a:cubicBezTo>
                <a:lnTo>
                  <a:pt x="1345193" y="1471620"/>
                </a:lnTo>
                <a:cubicBezTo>
                  <a:pt x="1345193" y="1485633"/>
                  <a:pt x="1333776" y="1496993"/>
                  <a:pt x="1319692" y="1496993"/>
                </a:cubicBezTo>
                <a:lnTo>
                  <a:pt x="726787" y="1496993"/>
                </a:lnTo>
                <a:cubicBezTo>
                  <a:pt x="712703" y="1496993"/>
                  <a:pt x="701285" y="1485633"/>
                  <a:pt x="701285" y="1471620"/>
                </a:cubicBezTo>
                <a:close/>
                <a:moveTo>
                  <a:pt x="1096556" y="545514"/>
                </a:moveTo>
                <a:cubicBezTo>
                  <a:pt x="1096556" y="503475"/>
                  <a:pt x="1062303" y="469396"/>
                  <a:pt x="1020052" y="469396"/>
                </a:cubicBezTo>
                <a:cubicBezTo>
                  <a:pt x="977800" y="469396"/>
                  <a:pt x="943548" y="503475"/>
                  <a:pt x="943548" y="545514"/>
                </a:cubicBezTo>
                <a:cubicBezTo>
                  <a:pt x="943548" y="587553"/>
                  <a:pt x="977800" y="621632"/>
                  <a:pt x="1020052" y="621632"/>
                </a:cubicBezTo>
                <a:cubicBezTo>
                  <a:pt x="1062303" y="621632"/>
                  <a:pt x="1096556" y="587553"/>
                  <a:pt x="1096556" y="545514"/>
                </a:cubicBezTo>
                <a:close/>
              </a:path>
            </a:pathLst>
          </a:custGeom>
          <a:noFill/>
          <a:ln w="5814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71604" y="3045390"/>
            <a:ext cx="606218" cy="1364913"/>
          </a:xfrm>
          <a:custGeom>
            <a:avLst/>
            <a:gdLst/>
            <a:ahLst/>
            <a:cxnLst/>
            <a:rect l="0" t="0" r="0" b="0"/>
            <a:pathLst>
              <a:path w="606218" h="1364913">
                <a:moveTo>
                  <a:pt x="104717" y="34413"/>
                </a:moveTo>
                <a:lnTo>
                  <a:pt x="104717" y="73199"/>
                </a:lnTo>
                <a:cubicBezTo>
                  <a:pt x="104717" y="92202"/>
                  <a:pt x="120119" y="107613"/>
                  <a:pt x="139131" y="107613"/>
                </a:cubicBezTo>
                <a:lnTo>
                  <a:pt x="455504" y="107613"/>
                </a:lnTo>
                <a:cubicBezTo>
                  <a:pt x="474506" y="107584"/>
                  <a:pt x="489908" y="92182"/>
                  <a:pt x="489908" y="73180"/>
                </a:cubicBezTo>
                <a:lnTo>
                  <a:pt x="489908" y="34432"/>
                </a:lnTo>
                <a:cubicBezTo>
                  <a:pt x="489908" y="15430"/>
                  <a:pt x="474506" y="28"/>
                  <a:pt x="455504" y="28"/>
                </a:cubicBezTo>
                <a:lnTo>
                  <a:pt x="139131" y="28"/>
                </a:lnTo>
                <a:cubicBezTo>
                  <a:pt x="120119" y="0"/>
                  <a:pt x="104717" y="15401"/>
                  <a:pt x="104717" y="34413"/>
                </a:cubicBezTo>
                <a:moveTo>
                  <a:pt x="69465" y="488708"/>
                </a:moveTo>
                <a:lnTo>
                  <a:pt x="536752" y="488708"/>
                </a:lnTo>
                <a:cubicBezTo>
                  <a:pt x="532542" y="467391"/>
                  <a:pt x="511492" y="424748"/>
                  <a:pt x="460981" y="424748"/>
                </a:cubicBezTo>
                <a:cubicBezTo>
                  <a:pt x="456771" y="405564"/>
                  <a:pt x="438245" y="367188"/>
                  <a:pt x="397830" y="367188"/>
                </a:cubicBezTo>
                <a:lnTo>
                  <a:pt x="397830" y="284045"/>
                </a:lnTo>
                <a:lnTo>
                  <a:pt x="442036" y="284045"/>
                </a:lnTo>
                <a:cubicBezTo>
                  <a:pt x="439931" y="262728"/>
                  <a:pt x="424348" y="220094"/>
                  <a:pt x="378885" y="220094"/>
                </a:cubicBezTo>
                <a:cubicBezTo>
                  <a:pt x="378885" y="207302"/>
                  <a:pt x="371313" y="181717"/>
                  <a:pt x="340995" y="181717"/>
                </a:cubicBezTo>
                <a:lnTo>
                  <a:pt x="265223" y="181717"/>
                </a:lnTo>
                <a:cubicBezTo>
                  <a:pt x="234915" y="181717"/>
                  <a:pt x="227333" y="207302"/>
                  <a:pt x="227333" y="220094"/>
                </a:cubicBezTo>
                <a:cubicBezTo>
                  <a:pt x="181870" y="220094"/>
                  <a:pt x="166287" y="262728"/>
                  <a:pt x="164182" y="284045"/>
                </a:cubicBezTo>
                <a:lnTo>
                  <a:pt x="208387" y="284045"/>
                </a:lnTo>
                <a:lnTo>
                  <a:pt x="208387" y="367188"/>
                </a:lnTo>
                <a:cubicBezTo>
                  <a:pt x="167973" y="367188"/>
                  <a:pt x="149456" y="405564"/>
                  <a:pt x="145246" y="424748"/>
                </a:cubicBezTo>
                <a:cubicBezTo>
                  <a:pt x="94726" y="424748"/>
                  <a:pt x="73675" y="467391"/>
                  <a:pt x="69465" y="488708"/>
                </a:cubicBezTo>
                <a:moveTo>
                  <a:pt x="101041" y="1185833"/>
                </a:moveTo>
                <a:cubicBezTo>
                  <a:pt x="128920" y="1152886"/>
                  <a:pt x="174288" y="1141066"/>
                  <a:pt x="214703" y="1141066"/>
                </a:cubicBezTo>
                <a:lnTo>
                  <a:pt x="214703" y="1032338"/>
                </a:lnTo>
                <a:lnTo>
                  <a:pt x="34737" y="1032338"/>
                </a:lnTo>
                <a:cubicBezTo>
                  <a:pt x="16621" y="1032338"/>
                  <a:pt x="1743" y="1018289"/>
                  <a:pt x="142" y="1000363"/>
                </a:cubicBezTo>
                <a:cubicBezTo>
                  <a:pt x="47" y="999305"/>
                  <a:pt x="0" y="998239"/>
                  <a:pt x="0" y="997162"/>
                </a:cubicBezTo>
                <a:cubicBezTo>
                  <a:pt x="0" y="977731"/>
                  <a:pt x="15554" y="961986"/>
                  <a:pt x="34737" y="961986"/>
                </a:cubicBezTo>
                <a:lnTo>
                  <a:pt x="214703" y="961986"/>
                </a:lnTo>
                <a:lnTo>
                  <a:pt x="226180" y="900550"/>
                </a:lnTo>
                <a:lnTo>
                  <a:pt x="265252" y="900550"/>
                </a:lnTo>
                <a:lnTo>
                  <a:pt x="265252" y="862155"/>
                </a:lnTo>
                <a:lnTo>
                  <a:pt x="336413" y="862155"/>
                </a:lnTo>
                <a:lnTo>
                  <a:pt x="336413" y="900550"/>
                </a:lnTo>
                <a:lnTo>
                  <a:pt x="380095" y="900550"/>
                </a:lnTo>
                <a:lnTo>
                  <a:pt x="391534" y="961986"/>
                </a:lnTo>
                <a:lnTo>
                  <a:pt x="571480" y="961986"/>
                </a:lnTo>
                <a:cubicBezTo>
                  <a:pt x="590664" y="961986"/>
                  <a:pt x="606218" y="977731"/>
                  <a:pt x="606218" y="997162"/>
                </a:cubicBezTo>
                <a:cubicBezTo>
                  <a:pt x="606218" y="1016593"/>
                  <a:pt x="590664" y="1032338"/>
                  <a:pt x="571480" y="1032338"/>
                </a:cubicBezTo>
                <a:lnTo>
                  <a:pt x="391515" y="1032338"/>
                </a:lnTo>
                <a:lnTo>
                  <a:pt x="391515" y="1141066"/>
                </a:lnTo>
                <a:cubicBezTo>
                  <a:pt x="431930" y="1141066"/>
                  <a:pt x="477297" y="1152886"/>
                  <a:pt x="505177" y="1185833"/>
                </a:cubicBezTo>
                <a:cubicBezTo>
                  <a:pt x="533209" y="1218961"/>
                  <a:pt x="540581" y="1252480"/>
                  <a:pt x="536848" y="1281769"/>
                </a:cubicBezTo>
                <a:cubicBezTo>
                  <a:pt x="531933" y="1320345"/>
                  <a:pt x="507768" y="1351578"/>
                  <a:pt x="486232" y="1364913"/>
                </a:cubicBezTo>
                <a:lnTo>
                  <a:pt x="119986" y="1364913"/>
                </a:lnTo>
                <a:cubicBezTo>
                  <a:pt x="98450" y="1351578"/>
                  <a:pt x="74285" y="1320345"/>
                  <a:pt x="69370" y="1281769"/>
                </a:cubicBezTo>
                <a:cubicBezTo>
                  <a:pt x="65646" y="1252480"/>
                  <a:pt x="73009" y="1218961"/>
                  <a:pt x="101041" y="1185833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032667" y="3045389"/>
            <a:ext cx="683780" cy="1364914"/>
          </a:xfrm>
          <a:custGeom>
            <a:avLst/>
            <a:gdLst/>
            <a:ahLst/>
            <a:cxnLst/>
            <a:rect l="0" t="0" r="0" b="0"/>
            <a:pathLst>
              <a:path w="683780" h="1364914">
                <a:moveTo>
                  <a:pt x="265111" y="900519"/>
                </a:moveTo>
                <a:lnTo>
                  <a:pt x="253641" y="961988"/>
                </a:lnTo>
                <a:lnTo>
                  <a:pt x="430454" y="961988"/>
                </a:lnTo>
                <a:lnTo>
                  <a:pt x="418984" y="900519"/>
                </a:lnTo>
                <a:lnTo>
                  <a:pt x="375145" y="900519"/>
                </a:lnTo>
                <a:lnTo>
                  <a:pt x="304159" y="900519"/>
                </a:lnTo>
                <a:close/>
                <a:moveTo>
                  <a:pt x="375145" y="900519"/>
                </a:moveTo>
                <a:lnTo>
                  <a:pt x="375145" y="862072"/>
                </a:lnTo>
                <a:lnTo>
                  <a:pt x="304159" y="862072"/>
                </a:lnTo>
                <a:lnTo>
                  <a:pt x="304159" y="900519"/>
                </a:lnTo>
                <a:close/>
                <a:moveTo>
                  <a:pt x="253641" y="1141067"/>
                </a:moveTo>
                <a:cubicBezTo>
                  <a:pt x="213227" y="1141067"/>
                  <a:pt x="167861" y="1152887"/>
                  <a:pt x="139977" y="1185836"/>
                </a:cubicBezTo>
                <a:cubicBezTo>
                  <a:pt x="111944" y="1218960"/>
                  <a:pt x="104581" y="1252480"/>
                  <a:pt x="108312" y="1281770"/>
                </a:cubicBezTo>
                <a:moveTo>
                  <a:pt x="253641" y="1141067"/>
                </a:moveTo>
                <a:lnTo>
                  <a:pt x="253641" y="1089901"/>
                </a:lnTo>
                <a:moveTo>
                  <a:pt x="253641" y="1141067"/>
                </a:moveTo>
                <a:lnTo>
                  <a:pt x="430454" y="1141067"/>
                </a:lnTo>
                <a:moveTo>
                  <a:pt x="253641" y="1089901"/>
                </a:moveTo>
                <a:lnTo>
                  <a:pt x="253641" y="1032340"/>
                </a:lnTo>
                <a:moveTo>
                  <a:pt x="253641" y="1089901"/>
                </a:moveTo>
                <a:lnTo>
                  <a:pt x="304159" y="1089901"/>
                </a:lnTo>
                <a:moveTo>
                  <a:pt x="253641" y="1089901"/>
                </a:moveTo>
                <a:lnTo>
                  <a:pt x="215754" y="1089901"/>
                </a:lnTo>
                <a:moveTo>
                  <a:pt x="253641" y="1032340"/>
                </a:moveTo>
                <a:lnTo>
                  <a:pt x="73673" y="1032340"/>
                </a:lnTo>
                <a:cubicBezTo>
                  <a:pt x="55555" y="1032340"/>
                  <a:pt x="40678" y="1018291"/>
                  <a:pt x="39083" y="1000362"/>
                </a:cubicBezTo>
                <a:cubicBezTo>
                  <a:pt x="38989" y="999309"/>
                  <a:pt x="38941" y="998242"/>
                  <a:pt x="38941" y="997164"/>
                </a:cubicBezTo>
                <a:moveTo>
                  <a:pt x="253641" y="1032340"/>
                </a:moveTo>
                <a:lnTo>
                  <a:pt x="430454" y="1032340"/>
                </a:lnTo>
                <a:moveTo>
                  <a:pt x="38941" y="997164"/>
                </a:moveTo>
                <a:cubicBezTo>
                  <a:pt x="38941" y="977737"/>
                  <a:pt x="54491" y="961988"/>
                  <a:pt x="73673" y="961988"/>
                </a:cubicBezTo>
                <a:lnTo>
                  <a:pt x="139977" y="961988"/>
                </a:lnTo>
                <a:moveTo>
                  <a:pt x="139977" y="961988"/>
                </a:moveTo>
                <a:lnTo>
                  <a:pt x="158921" y="488710"/>
                </a:lnTo>
                <a:moveTo>
                  <a:pt x="139977" y="961988"/>
                </a:moveTo>
                <a:lnTo>
                  <a:pt x="253641" y="961988"/>
                </a:lnTo>
                <a:moveTo>
                  <a:pt x="158921" y="488710"/>
                </a:moveTo>
                <a:lnTo>
                  <a:pt x="108403" y="488710"/>
                </a:lnTo>
                <a:cubicBezTo>
                  <a:pt x="112613" y="467392"/>
                  <a:pt x="133662" y="424754"/>
                  <a:pt x="184180" y="424754"/>
                </a:cubicBezTo>
                <a:moveTo>
                  <a:pt x="158921" y="488710"/>
                </a:moveTo>
                <a:lnTo>
                  <a:pt x="525174" y="488710"/>
                </a:lnTo>
                <a:moveTo>
                  <a:pt x="184180" y="424754"/>
                </a:moveTo>
                <a:cubicBezTo>
                  <a:pt x="188389" y="405566"/>
                  <a:pt x="206913" y="367192"/>
                  <a:pt x="247327" y="367192"/>
                </a:cubicBezTo>
                <a:moveTo>
                  <a:pt x="184180" y="424754"/>
                </a:moveTo>
                <a:lnTo>
                  <a:pt x="499916" y="424754"/>
                </a:lnTo>
                <a:moveTo>
                  <a:pt x="247327" y="367192"/>
                </a:moveTo>
                <a:lnTo>
                  <a:pt x="247327" y="284049"/>
                </a:lnTo>
                <a:moveTo>
                  <a:pt x="247327" y="367192"/>
                </a:moveTo>
                <a:lnTo>
                  <a:pt x="436768" y="367192"/>
                </a:lnTo>
                <a:moveTo>
                  <a:pt x="247327" y="284049"/>
                </a:moveTo>
                <a:lnTo>
                  <a:pt x="203124" y="284049"/>
                </a:lnTo>
                <a:cubicBezTo>
                  <a:pt x="205229" y="262731"/>
                  <a:pt x="220805" y="220093"/>
                  <a:pt x="266271" y="220093"/>
                </a:cubicBezTo>
                <a:moveTo>
                  <a:pt x="247327" y="284049"/>
                </a:moveTo>
                <a:lnTo>
                  <a:pt x="436768" y="284049"/>
                </a:lnTo>
                <a:moveTo>
                  <a:pt x="266271" y="220093"/>
                </a:moveTo>
                <a:cubicBezTo>
                  <a:pt x="266271" y="207301"/>
                  <a:pt x="273849" y="181719"/>
                  <a:pt x="304159" y="181719"/>
                </a:cubicBezTo>
                <a:lnTo>
                  <a:pt x="379936" y="181719"/>
                </a:lnTo>
                <a:cubicBezTo>
                  <a:pt x="410247" y="181719"/>
                  <a:pt x="417824" y="207301"/>
                  <a:pt x="417824" y="220093"/>
                </a:cubicBezTo>
                <a:moveTo>
                  <a:pt x="417824" y="220093"/>
                </a:moveTo>
                <a:lnTo>
                  <a:pt x="266271" y="220093"/>
                </a:lnTo>
                <a:moveTo>
                  <a:pt x="430454" y="1141067"/>
                </a:moveTo>
                <a:cubicBezTo>
                  <a:pt x="470868" y="1141067"/>
                  <a:pt x="516235" y="1152887"/>
                  <a:pt x="544118" y="1185836"/>
                </a:cubicBezTo>
                <a:cubicBezTo>
                  <a:pt x="572151" y="1218960"/>
                  <a:pt x="579515" y="1252480"/>
                  <a:pt x="575784" y="1281770"/>
                </a:cubicBezTo>
                <a:moveTo>
                  <a:pt x="430454" y="1141067"/>
                </a:moveTo>
                <a:lnTo>
                  <a:pt x="430454" y="1032340"/>
                </a:lnTo>
                <a:moveTo>
                  <a:pt x="430454" y="1032340"/>
                </a:moveTo>
                <a:lnTo>
                  <a:pt x="610423" y="1032340"/>
                </a:lnTo>
                <a:cubicBezTo>
                  <a:pt x="629604" y="1032340"/>
                  <a:pt x="645154" y="1016591"/>
                  <a:pt x="645154" y="997164"/>
                </a:cubicBezTo>
                <a:cubicBezTo>
                  <a:pt x="645154" y="977737"/>
                  <a:pt x="629604" y="961988"/>
                  <a:pt x="610423" y="961988"/>
                </a:cubicBezTo>
                <a:lnTo>
                  <a:pt x="544118" y="961988"/>
                </a:lnTo>
                <a:moveTo>
                  <a:pt x="544118" y="961988"/>
                </a:moveTo>
                <a:lnTo>
                  <a:pt x="525174" y="488710"/>
                </a:lnTo>
                <a:moveTo>
                  <a:pt x="544118" y="961988"/>
                </a:moveTo>
                <a:lnTo>
                  <a:pt x="430454" y="961988"/>
                </a:lnTo>
                <a:moveTo>
                  <a:pt x="525174" y="488710"/>
                </a:moveTo>
                <a:lnTo>
                  <a:pt x="575692" y="488710"/>
                </a:lnTo>
                <a:cubicBezTo>
                  <a:pt x="571483" y="467392"/>
                  <a:pt x="550433" y="424754"/>
                  <a:pt x="499916" y="424754"/>
                </a:cubicBezTo>
                <a:moveTo>
                  <a:pt x="499916" y="424754"/>
                </a:moveTo>
                <a:cubicBezTo>
                  <a:pt x="495706" y="405566"/>
                  <a:pt x="477183" y="367192"/>
                  <a:pt x="436768" y="367192"/>
                </a:cubicBezTo>
                <a:moveTo>
                  <a:pt x="436768" y="367192"/>
                </a:moveTo>
                <a:lnTo>
                  <a:pt x="436768" y="284049"/>
                </a:lnTo>
                <a:moveTo>
                  <a:pt x="436768" y="284049"/>
                </a:moveTo>
                <a:lnTo>
                  <a:pt x="480972" y="284049"/>
                </a:lnTo>
                <a:cubicBezTo>
                  <a:pt x="478866" y="262731"/>
                  <a:pt x="463290" y="220093"/>
                  <a:pt x="417824" y="220093"/>
                </a:cubicBezTo>
                <a:moveTo>
                  <a:pt x="215754" y="1089901"/>
                </a:moveTo>
                <a:cubicBezTo>
                  <a:pt x="215754" y="1079241"/>
                  <a:pt x="209438" y="1057923"/>
                  <a:pt x="184180" y="1057923"/>
                </a:cubicBezTo>
                <a:cubicBezTo>
                  <a:pt x="158921" y="1057923"/>
                  <a:pt x="152606" y="1079241"/>
                  <a:pt x="152606" y="1089901"/>
                </a:cubicBezTo>
                <a:cubicBezTo>
                  <a:pt x="152606" y="1100560"/>
                  <a:pt x="158921" y="1121879"/>
                  <a:pt x="184180" y="1121879"/>
                </a:cubicBezTo>
                <a:cubicBezTo>
                  <a:pt x="209438" y="1121879"/>
                  <a:pt x="215754" y="1100560"/>
                  <a:pt x="215754" y="1089901"/>
                </a:cubicBezTo>
                <a:close/>
                <a:moveTo>
                  <a:pt x="143653" y="53806"/>
                </a:moveTo>
                <a:lnTo>
                  <a:pt x="143653" y="34411"/>
                </a:lnTo>
                <a:cubicBezTo>
                  <a:pt x="143653" y="15406"/>
                  <a:pt x="159060" y="0"/>
                  <a:pt x="178065" y="1"/>
                </a:cubicBezTo>
                <a:lnTo>
                  <a:pt x="494443" y="30"/>
                </a:lnTo>
                <a:cubicBezTo>
                  <a:pt x="513446" y="31"/>
                  <a:pt x="528850" y="15431"/>
                  <a:pt x="528850" y="34433"/>
                </a:cubicBezTo>
                <a:lnTo>
                  <a:pt x="528850" y="73185"/>
                </a:lnTo>
                <a:cubicBezTo>
                  <a:pt x="528850" y="92188"/>
                  <a:pt x="513446" y="107586"/>
                  <a:pt x="494443" y="107588"/>
                </a:cubicBezTo>
                <a:lnTo>
                  <a:pt x="178065" y="107612"/>
                </a:lnTo>
                <a:cubicBezTo>
                  <a:pt x="159060" y="107613"/>
                  <a:pt x="143653" y="92207"/>
                  <a:pt x="143653" y="73202"/>
                </a:cubicBezTo>
                <a:close/>
                <a:moveTo>
                  <a:pt x="143653" y="53806"/>
                </a:moveTo>
                <a:lnTo>
                  <a:pt x="135194" y="53806"/>
                </a:lnTo>
                <a:cubicBezTo>
                  <a:pt x="99228" y="53808"/>
                  <a:pt x="69329" y="81504"/>
                  <a:pt x="66579" y="117365"/>
                </a:cubicBezTo>
                <a:lnTo>
                  <a:pt x="1020" y="972454"/>
                </a:lnTo>
                <a:cubicBezTo>
                  <a:pt x="0" y="985765"/>
                  <a:pt x="10517" y="997132"/>
                  <a:pt x="23867" y="997148"/>
                </a:cubicBezTo>
                <a:lnTo>
                  <a:pt x="38941" y="997164"/>
                </a:lnTo>
                <a:moveTo>
                  <a:pt x="108312" y="1281770"/>
                </a:moveTo>
                <a:cubicBezTo>
                  <a:pt x="113226" y="1320347"/>
                  <a:pt x="137385" y="1351584"/>
                  <a:pt x="158921" y="1364914"/>
                </a:cubicBezTo>
                <a:lnTo>
                  <a:pt x="525174" y="1364914"/>
                </a:lnTo>
                <a:cubicBezTo>
                  <a:pt x="546710" y="1351584"/>
                  <a:pt x="570869" y="1320347"/>
                  <a:pt x="575784" y="1281770"/>
                </a:cubicBezTo>
                <a:moveTo>
                  <a:pt x="575784" y="1281770"/>
                </a:moveTo>
                <a:lnTo>
                  <a:pt x="108312" y="1281770"/>
                </a:lnTo>
                <a:moveTo>
                  <a:pt x="528648" y="53808"/>
                </a:moveTo>
                <a:lnTo>
                  <a:pt x="548585" y="53808"/>
                </a:lnTo>
                <a:cubicBezTo>
                  <a:pt x="584552" y="53808"/>
                  <a:pt x="614452" y="81505"/>
                  <a:pt x="617202" y="117367"/>
                </a:cubicBezTo>
                <a:lnTo>
                  <a:pt x="682758" y="972427"/>
                </a:lnTo>
                <a:cubicBezTo>
                  <a:pt x="683780" y="985748"/>
                  <a:pt x="673246" y="997120"/>
                  <a:pt x="659886" y="997120"/>
                </a:cubicBezTo>
                <a:lnTo>
                  <a:pt x="645451" y="997120"/>
                </a:lnTo>
              </a:path>
            </a:pathLst>
          </a:custGeom>
          <a:noFill/>
          <a:ln w="5814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1814" y="371475"/>
            <a:ext cx="650037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100" b="1">
                <a:solidFill>
                  <a:srgbClr val="22403B"/>
                </a:solidFill>
                <a:latin typeface="Roboto Slab"/>
              </a:rPr>
              <a:t>IPCONFIG /ALL Network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2320" y="1329104"/>
            <a:ext cx="1099350" cy="1395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22403B"/>
                </a:solidFill>
                <a:latin typeface="Roboto Slab"/>
              </a:rPr>
              <a:t>Physical Address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945788" y="1561752"/>
            <a:ext cx="1252413" cy="279119"/>
            <a:chOff x="3945788" y="1561752"/>
            <a:chExt cx="1252413" cy="279119"/>
          </a:xfrm>
        </p:grpSpPr>
        <p:sp>
          <p:nvSpPr>
            <p:cNvPr id="10" name="TextBox 9"/>
            <p:cNvSpPr txBox="1"/>
            <p:nvPr/>
          </p:nvSpPr>
          <p:spPr>
            <a:xfrm>
              <a:off x="3851858" y="1561752"/>
              <a:ext cx="1440274" cy="139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22403B"/>
                  </a:solidFill>
                  <a:latin typeface="Roboto"/>
                </a:rPr>
                <a:t>48-bit MAC address for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851858" y="1701293"/>
              <a:ext cx="1440274" cy="13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22403B"/>
                  </a:solidFill>
                  <a:latin typeface="Roboto"/>
                </a:rPr>
                <a:t>Layer 2 identification.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937206" y="2026991"/>
            <a:ext cx="803873" cy="1395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1">
                <a:solidFill>
                  <a:srgbClr val="22403B"/>
                </a:solidFill>
                <a:latin typeface="Roboto Slab"/>
              </a:rPr>
              <a:t>DHCP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932" y="2026991"/>
            <a:ext cx="798254" cy="1395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 Slab"/>
              </a:rPr>
              <a:t>DNS Servers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1520337" y="2259657"/>
            <a:ext cx="1220743" cy="418660"/>
            <a:chOff x="1520337" y="2259657"/>
            <a:chExt cx="1220743" cy="418660"/>
          </a:xfrm>
        </p:grpSpPr>
        <p:sp>
          <p:nvSpPr>
            <p:cNvPr id="15" name="TextBox 14"/>
            <p:cNvSpPr txBox="1"/>
            <p:nvPr/>
          </p:nvSpPr>
          <p:spPr>
            <a:xfrm>
              <a:off x="1337226" y="2259657"/>
              <a:ext cx="1403854" cy="139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"/>
                </a:rPr>
                <a:t>Lease obtained/expires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337226" y="2399198"/>
              <a:ext cx="1403854" cy="139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"/>
                </a:rPr>
                <a:t>timestamps and DHCP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37226" y="2538739"/>
              <a:ext cx="1403854" cy="13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"/>
                </a:rPr>
                <a:t>server IP.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172932" y="2259657"/>
            <a:ext cx="1386011" cy="418660"/>
            <a:chOff x="6172932" y="2259657"/>
            <a:chExt cx="1386011" cy="418660"/>
          </a:xfrm>
        </p:grpSpPr>
        <p:sp>
          <p:nvSpPr>
            <p:cNvPr id="19" name="TextBox 18"/>
            <p:cNvSpPr txBox="1"/>
            <p:nvPr/>
          </p:nvSpPr>
          <p:spPr>
            <a:xfrm>
              <a:off x="6172932" y="2259657"/>
              <a:ext cx="1593912" cy="139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Primary and secondary re-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172932" y="2399198"/>
              <a:ext cx="1593912" cy="139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solvers configured for the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172932" y="2538739"/>
              <a:ext cx="1593912" cy="13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interface.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2934080" y="3639945"/>
            <a:ext cx="3757584" cy="1132093"/>
            <a:chOff x="2934080" y="3639945"/>
            <a:chExt cx="3757584" cy="1132093"/>
          </a:xfrm>
        </p:grpSpPr>
        <p:sp>
          <p:nvSpPr>
            <p:cNvPr id="2" name="Rounded Rectangle 1"/>
            <p:cNvSpPr/>
            <p:nvPr/>
          </p:nvSpPr>
          <p:spPr>
            <a:xfrm>
              <a:off x="5631827" y="3639945"/>
              <a:ext cx="1059837" cy="1132093"/>
            </a:xfrm>
            <a:custGeom>
              <a:avLst/>
              <a:gdLst/>
              <a:ahLst/>
              <a:cxnLst/>
              <a:rect l="0" t="0" r="0" b="0"/>
              <a:pathLst>
                <a:path w="1059837" h="1132093">
                  <a:moveTo>
                    <a:pt x="120434" y="0"/>
                  </a:moveTo>
                  <a:lnTo>
                    <a:pt x="0" y="72256"/>
                  </a:lnTo>
                  <a:lnTo>
                    <a:pt x="0" y="1132093"/>
                  </a:lnTo>
                  <a:lnTo>
                    <a:pt x="1059837" y="1132093"/>
                  </a:lnTo>
                  <a:lnTo>
                    <a:pt x="257565" y="38090"/>
                  </a:lnTo>
                  <a:lnTo>
                    <a:pt x="120434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282954" y="3832645"/>
              <a:ext cx="574843" cy="939393"/>
            </a:xfrm>
            <a:custGeom>
              <a:avLst/>
              <a:gdLst/>
              <a:ahLst/>
              <a:cxnLst/>
              <a:rect l="0" t="0" r="0" b="0"/>
              <a:pathLst>
                <a:path w="574843" h="939393">
                  <a:moveTo>
                    <a:pt x="574843" y="549668"/>
                  </a:moveTo>
                  <a:lnTo>
                    <a:pt x="192700" y="40138"/>
                  </a:lnTo>
                  <a:lnTo>
                    <a:pt x="96345" y="0"/>
                  </a:lnTo>
                  <a:lnTo>
                    <a:pt x="0" y="72256"/>
                  </a:lnTo>
                  <a:lnTo>
                    <a:pt x="0" y="939393"/>
                  </a:lnTo>
                  <a:lnTo>
                    <a:pt x="289045" y="939393"/>
                  </a:lnTo>
                  <a:lnTo>
                    <a:pt x="574843" y="549668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2934080" y="4026612"/>
              <a:ext cx="576338" cy="745426"/>
            </a:xfrm>
            <a:custGeom>
              <a:avLst/>
              <a:gdLst/>
              <a:ahLst/>
              <a:cxnLst/>
              <a:rect l="0" t="0" r="0" b="0"/>
              <a:pathLst>
                <a:path w="576338" h="745426">
                  <a:moveTo>
                    <a:pt x="481736" y="745426"/>
                  </a:moveTo>
                  <a:lnTo>
                    <a:pt x="576338" y="619296"/>
                  </a:lnTo>
                  <a:lnTo>
                    <a:pt x="94659" y="0"/>
                  </a:lnTo>
                  <a:lnTo>
                    <a:pt x="0" y="70989"/>
                  </a:lnTo>
                  <a:lnTo>
                    <a:pt x="0" y="745426"/>
                  </a:lnTo>
                  <a:lnTo>
                    <a:pt x="176641" y="745426"/>
                  </a:lnTo>
                  <a:lnTo>
                    <a:pt x="176641" y="697249"/>
                  </a:lnTo>
                  <a:lnTo>
                    <a:pt x="112404" y="697249"/>
                  </a:lnTo>
                  <a:lnTo>
                    <a:pt x="152552" y="624992"/>
                  </a:lnTo>
                  <a:lnTo>
                    <a:pt x="128463" y="600903"/>
                  </a:lnTo>
                  <a:lnTo>
                    <a:pt x="168611" y="528637"/>
                  </a:lnTo>
                  <a:lnTo>
                    <a:pt x="144522" y="504548"/>
                  </a:lnTo>
                  <a:lnTo>
                    <a:pt x="192700" y="408203"/>
                  </a:lnTo>
                  <a:lnTo>
                    <a:pt x="240868" y="504548"/>
                  </a:lnTo>
                  <a:lnTo>
                    <a:pt x="216779" y="528637"/>
                  </a:lnTo>
                  <a:lnTo>
                    <a:pt x="256927" y="600903"/>
                  </a:lnTo>
                  <a:lnTo>
                    <a:pt x="232838" y="624992"/>
                  </a:lnTo>
                  <a:lnTo>
                    <a:pt x="272986" y="697249"/>
                  </a:lnTo>
                  <a:lnTo>
                    <a:pt x="208749" y="697249"/>
                  </a:lnTo>
                  <a:lnTo>
                    <a:pt x="208749" y="745426"/>
                  </a:lnTo>
                  <a:lnTo>
                    <a:pt x="481736" y="745426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934080" y="3639945"/>
            <a:ext cx="3757580" cy="1132093"/>
            <a:chOff x="2934080" y="3639945"/>
            <a:chExt cx="3757580" cy="1132093"/>
          </a:xfrm>
        </p:grpSpPr>
        <p:sp>
          <p:nvSpPr>
            <p:cNvPr id="6" name="Rounded Rectangle 5"/>
            <p:cNvSpPr/>
            <p:nvPr/>
          </p:nvSpPr>
          <p:spPr>
            <a:xfrm>
              <a:off x="5631830" y="3639945"/>
              <a:ext cx="1059830" cy="1132091"/>
            </a:xfrm>
            <a:custGeom>
              <a:avLst/>
              <a:gdLst/>
              <a:ahLst/>
              <a:cxnLst/>
              <a:rect l="0" t="0" r="0" b="0"/>
              <a:pathLst>
                <a:path w="1059830" h="1132091">
                  <a:moveTo>
                    <a:pt x="120435" y="0"/>
                  </a:moveTo>
                  <a:lnTo>
                    <a:pt x="0" y="72261"/>
                  </a:lnTo>
                  <a:lnTo>
                    <a:pt x="0" y="1132091"/>
                  </a:lnTo>
                  <a:lnTo>
                    <a:pt x="1059830" y="1132091"/>
                  </a:lnTo>
                  <a:lnTo>
                    <a:pt x="257562" y="38091"/>
                  </a:lnTo>
                  <a:lnTo>
                    <a:pt x="120435" y="0"/>
                  </a:lnTo>
                  <a:close/>
                </a:path>
              </a:pathLst>
            </a:custGeom>
            <a:noFill/>
            <a:ln w="6021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282955" y="3832641"/>
              <a:ext cx="574841" cy="939394"/>
            </a:xfrm>
            <a:custGeom>
              <a:avLst/>
              <a:gdLst/>
              <a:ahLst/>
              <a:cxnLst/>
              <a:rect l="0" t="0" r="0" b="0"/>
              <a:pathLst>
                <a:path w="574841" h="939394">
                  <a:moveTo>
                    <a:pt x="574841" y="549672"/>
                  </a:moveTo>
                  <a:lnTo>
                    <a:pt x="192696" y="40145"/>
                  </a:lnTo>
                  <a:lnTo>
                    <a:pt x="96348" y="0"/>
                  </a:lnTo>
                  <a:lnTo>
                    <a:pt x="0" y="72261"/>
                  </a:lnTo>
                  <a:lnTo>
                    <a:pt x="0" y="939394"/>
                  </a:lnTo>
                  <a:lnTo>
                    <a:pt x="289044" y="939394"/>
                  </a:lnTo>
                  <a:lnTo>
                    <a:pt x="574841" y="549672"/>
                  </a:lnTo>
                  <a:close/>
                </a:path>
              </a:pathLst>
            </a:custGeom>
            <a:noFill/>
            <a:ln w="6021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934080" y="4026608"/>
              <a:ext cx="576336" cy="745430"/>
            </a:xfrm>
            <a:custGeom>
              <a:avLst/>
              <a:gdLst/>
              <a:ahLst/>
              <a:cxnLst/>
              <a:rect l="0" t="0" r="0" b="0"/>
              <a:pathLst>
                <a:path w="576336" h="745430">
                  <a:moveTo>
                    <a:pt x="481740" y="745428"/>
                  </a:moveTo>
                  <a:lnTo>
                    <a:pt x="576336" y="619301"/>
                  </a:lnTo>
                  <a:lnTo>
                    <a:pt x="94658" y="0"/>
                  </a:lnTo>
                  <a:lnTo>
                    <a:pt x="0" y="70992"/>
                  </a:lnTo>
                  <a:lnTo>
                    <a:pt x="0" y="745430"/>
                  </a:lnTo>
                  <a:lnTo>
                    <a:pt x="176638" y="745428"/>
                  </a:lnTo>
                  <a:lnTo>
                    <a:pt x="176640" y="697254"/>
                  </a:lnTo>
                  <a:lnTo>
                    <a:pt x="112406" y="697254"/>
                  </a:lnTo>
                  <a:lnTo>
                    <a:pt x="152551" y="624993"/>
                  </a:lnTo>
                  <a:lnTo>
                    <a:pt x="128464" y="600905"/>
                  </a:lnTo>
                  <a:lnTo>
                    <a:pt x="168609" y="528644"/>
                  </a:lnTo>
                  <a:lnTo>
                    <a:pt x="144522" y="504557"/>
                  </a:lnTo>
                  <a:lnTo>
                    <a:pt x="192696" y="408209"/>
                  </a:lnTo>
                  <a:lnTo>
                    <a:pt x="240870" y="504557"/>
                  </a:lnTo>
                  <a:lnTo>
                    <a:pt x="216783" y="528644"/>
                  </a:lnTo>
                  <a:lnTo>
                    <a:pt x="256928" y="600905"/>
                  </a:lnTo>
                  <a:lnTo>
                    <a:pt x="232841" y="624993"/>
                  </a:lnTo>
                  <a:lnTo>
                    <a:pt x="272986" y="697254"/>
                  </a:lnTo>
                  <a:lnTo>
                    <a:pt x="208754" y="697254"/>
                  </a:lnTo>
                  <a:lnTo>
                    <a:pt x="208752" y="745428"/>
                  </a:lnTo>
                  <a:lnTo>
                    <a:pt x="481740" y="745428"/>
                  </a:lnTo>
                  <a:close/>
                </a:path>
              </a:pathLst>
            </a:custGeom>
            <a:noFill/>
            <a:ln w="6021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259643" y="3639945"/>
            <a:ext cx="3372183" cy="1132093"/>
            <a:chOff x="2259643" y="3639945"/>
            <a:chExt cx="3372183" cy="1132093"/>
          </a:xfrm>
        </p:grpSpPr>
        <p:sp>
          <p:nvSpPr>
            <p:cNvPr id="10" name="Rounded Rectangle 9"/>
            <p:cNvSpPr/>
            <p:nvPr/>
          </p:nvSpPr>
          <p:spPr>
            <a:xfrm>
              <a:off x="4571999" y="3639945"/>
              <a:ext cx="1059827" cy="1132093"/>
            </a:xfrm>
            <a:custGeom>
              <a:avLst/>
              <a:gdLst/>
              <a:ahLst/>
              <a:cxnLst/>
              <a:rect l="0" t="0" r="0" b="0"/>
              <a:pathLst>
                <a:path w="1059827" h="1132093">
                  <a:moveTo>
                    <a:pt x="1059827" y="1132093"/>
                  </a:moveTo>
                  <a:lnTo>
                    <a:pt x="1059827" y="72256"/>
                  </a:lnTo>
                  <a:lnTo>
                    <a:pt x="939393" y="0"/>
                  </a:lnTo>
                  <a:lnTo>
                    <a:pt x="802271" y="38090"/>
                  </a:lnTo>
                  <a:lnTo>
                    <a:pt x="0" y="1132093"/>
                  </a:lnTo>
                  <a:lnTo>
                    <a:pt x="658377" y="1132093"/>
                  </a:lnTo>
                  <a:lnTo>
                    <a:pt x="658377" y="1083916"/>
                  </a:lnTo>
                  <a:lnTo>
                    <a:pt x="594150" y="1083916"/>
                  </a:lnTo>
                  <a:lnTo>
                    <a:pt x="634288" y="1011659"/>
                  </a:lnTo>
                  <a:lnTo>
                    <a:pt x="610209" y="987571"/>
                  </a:lnTo>
                  <a:lnTo>
                    <a:pt x="650347" y="915304"/>
                  </a:lnTo>
                  <a:lnTo>
                    <a:pt x="626268" y="891216"/>
                  </a:lnTo>
                  <a:lnTo>
                    <a:pt x="674436" y="794870"/>
                  </a:lnTo>
                  <a:lnTo>
                    <a:pt x="722614" y="891216"/>
                  </a:lnTo>
                  <a:lnTo>
                    <a:pt x="698525" y="915304"/>
                  </a:lnTo>
                  <a:lnTo>
                    <a:pt x="738673" y="987571"/>
                  </a:lnTo>
                  <a:lnTo>
                    <a:pt x="714584" y="1011659"/>
                  </a:lnTo>
                  <a:lnTo>
                    <a:pt x="754732" y="1083916"/>
                  </a:lnTo>
                  <a:lnTo>
                    <a:pt x="690495" y="1083916"/>
                  </a:lnTo>
                  <a:lnTo>
                    <a:pt x="690495" y="1132093"/>
                  </a:lnTo>
                  <a:lnTo>
                    <a:pt x="899255" y="1132093"/>
                  </a:lnTo>
                  <a:lnTo>
                    <a:pt x="899255" y="1059827"/>
                  </a:lnTo>
                  <a:lnTo>
                    <a:pt x="802900" y="1059827"/>
                  </a:lnTo>
                  <a:lnTo>
                    <a:pt x="843048" y="963482"/>
                  </a:lnTo>
                  <a:lnTo>
                    <a:pt x="818959" y="939393"/>
                  </a:lnTo>
                  <a:lnTo>
                    <a:pt x="859107" y="867136"/>
                  </a:lnTo>
                  <a:lnTo>
                    <a:pt x="835018" y="843048"/>
                  </a:lnTo>
                  <a:lnTo>
                    <a:pt x="875166" y="770782"/>
                  </a:lnTo>
                  <a:lnTo>
                    <a:pt x="851077" y="746702"/>
                  </a:lnTo>
                  <a:lnTo>
                    <a:pt x="891225" y="674436"/>
                  </a:lnTo>
                  <a:lnTo>
                    <a:pt x="867136" y="650347"/>
                  </a:lnTo>
                  <a:lnTo>
                    <a:pt x="915304" y="554002"/>
                  </a:lnTo>
                  <a:lnTo>
                    <a:pt x="963482" y="650347"/>
                  </a:lnTo>
                  <a:lnTo>
                    <a:pt x="939393" y="674436"/>
                  </a:lnTo>
                  <a:lnTo>
                    <a:pt x="979541" y="746702"/>
                  </a:lnTo>
                  <a:lnTo>
                    <a:pt x="955452" y="770782"/>
                  </a:lnTo>
                  <a:lnTo>
                    <a:pt x="995600" y="843048"/>
                  </a:lnTo>
                  <a:lnTo>
                    <a:pt x="971511" y="867136"/>
                  </a:lnTo>
                  <a:lnTo>
                    <a:pt x="1011659" y="939393"/>
                  </a:lnTo>
                  <a:lnTo>
                    <a:pt x="987571" y="963482"/>
                  </a:lnTo>
                  <a:lnTo>
                    <a:pt x="1027718" y="1059827"/>
                  </a:lnTo>
                  <a:lnTo>
                    <a:pt x="931364" y="1059827"/>
                  </a:lnTo>
                  <a:lnTo>
                    <a:pt x="931364" y="1132093"/>
                  </a:lnTo>
                  <a:lnTo>
                    <a:pt x="1059827" y="1132093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415826" y="3832645"/>
              <a:ext cx="867127" cy="939393"/>
            </a:xfrm>
            <a:custGeom>
              <a:avLst/>
              <a:gdLst/>
              <a:ahLst/>
              <a:cxnLst/>
              <a:rect l="0" t="0" r="0" b="0"/>
              <a:pathLst>
                <a:path w="867127" h="939393">
                  <a:moveTo>
                    <a:pt x="674436" y="40138"/>
                  </a:moveTo>
                  <a:lnTo>
                    <a:pt x="0" y="939393"/>
                  </a:lnTo>
                  <a:lnTo>
                    <a:pt x="867127" y="939393"/>
                  </a:lnTo>
                  <a:lnTo>
                    <a:pt x="867127" y="72256"/>
                  </a:lnTo>
                  <a:lnTo>
                    <a:pt x="770782" y="0"/>
                  </a:lnTo>
                  <a:lnTo>
                    <a:pt x="674436" y="40138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259643" y="4025336"/>
              <a:ext cx="674436" cy="746702"/>
            </a:xfrm>
            <a:custGeom>
              <a:avLst/>
              <a:gdLst/>
              <a:ahLst/>
              <a:cxnLst/>
              <a:rect l="0" t="0" r="0" b="0"/>
              <a:pathLst>
                <a:path w="674436" h="746702">
                  <a:moveTo>
                    <a:pt x="674436" y="71113"/>
                  </a:moveTo>
                  <a:lnTo>
                    <a:pt x="579777" y="0"/>
                  </a:lnTo>
                  <a:lnTo>
                    <a:pt x="165487" y="533571"/>
                  </a:lnTo>
                  <a:lnTo>
                    <a:pt x="176641" y="553669"/>
                  </a:lnTo>
                  <a:lnTo>
                    <a:pt x="152552" y="577805"/>
                  </a:lnTo>
                  <a:lnTo>
                    <a:pt x="192700" y="650186"/>
                  </a:lnTo>
                  <a:lnTo>
                    <a:pt x="112404" y="650186"/>
                  </a:lnTo>
                  <a:lnTo>
                    <a:pt x="112404" y="746693"/>
                  </a:lnTo>
                  <a:lnTo>
                    <a:pt x="674436" y="746693"/>
                  </a:lnTo>
                  <a:lnTo>
                    <a:pt x="674436" y="71113"/>
                  </a:lnTo>
                  <a:moveTo>
                    <a:pt x="0" y="746702"/>
                  </a:moveTo>
                  <a:lnTo>
                    <a:pt x="74942" y="650186"/>
                  </a:lnTo>
                  <a:lnTo>
                    <a:pt x="80295" y="650186"/>
                  </a:lnTo>
                  <a:lnTo>
                    <a:pt x="80295" y="746693"/>
                  </a:lnTo>
                  <a:lnTo>
                    <a:pt x="0" y="746693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259643" y="3639945"/>
            <a:ext cx="3372187" cy="1132091"/>
            <a:chOff x="2259643" y="3639945"/>
            <a:chExt cx="3372187" cy="1132091"/>
          </a:xfrm>
        </p:grpSpPr>
        <p:sp>
          <p:nvSpPr>
            <p:cNvPr id="14" name="Rounded Rectangle 13"/>
            <p:cNvSpPr/>
            <p:nvPr/>
          </p:nvSpPr>
          <p:spPr>
            <a:xfrm>
              <a:off x="4572000" y="3639945"/>
              <a:ext cx="1059830" cy="1132091"/>
            </a:xfrm>
            <a:custGeom>
              <a:avLst/>
              <a:gdLst/>
              <a:ahLst/>
              <a:cxnLst/>
              <a:rect l="0" t="0" r="0" b="0"/>
              <a:pathLst>
                <a:path w="1059830" h="1132091">
                  <a:moveTo>
                    <a:pt x="1059830" y="1132091"/>
                  </a:moveTo>
                  <a:lnTo>
                    <a:pt x="1059830" y="72261"/>
                  </a:lnTo>
                  <a:lnTo>
                    <a:pt x="939394" y="0"/>
                  </a:lnTo>
                  <a:lnTo>
                    <a:pt x="802266" y="38091"/>
                  </a:lnTo>
                  <a:lnTo>
                    <a:pt x="0" y="1132091"/>
                  </a:lnTo>
                  <a:lnTo>
                    <a:pt x="658379" y="1132091"/>
                  </a:lnTo>
                  <a:lnTo>
                    <a:pt x="658381" y="1083917"/>
                  </a:lnTo>
                  <a:lnTo>
                    <a:pt x="594147" y="1083917"/>
                  </a:lnTo>
                  <a:lnTo>
                    <a:pt x="634292" y="1011655"/>
                  </a:lnTo>
                  <a:lnTo>
                    <a:pt x="610205" y="987568"/>
                  </a:lnTo>
                  <a:lnTo>
                    <a:pt x="650350" y="915307"/>
                  </a:lnTo>
                  <a:lnTo>
                    <a:pt x="626263" y="891220"/>
                  </a:lnTo>
                  <a:lnTo>
                    <a:pt x="674437" y="794872"/>
                  </a:lnTo>
                  <a:lnTo>
                    <a:pt x="722611" y="891220"/>
                  </a:lnTo>
                  <a:lnTo>
                    <a:pt x="698524" y="915307"/>
                  </a:lnTo>
                  <a:lnTo>
                    <a:pt x="738669" y="987568"/>
                  </a:lnTo>
                  <a:lnTo>
                    <a:pt x="714582" y="1011655"/>
                  </a:lnTo>
                  <a:lnTo>
                    <a:pt x="754727" y="1083917"/>
                  </a:lnTo>
                  <a:lnTo>
                    <a:pt x="690495" y="1083917"/>
                  </a:lnTo>
                  <a:lnTo>
                    <a:pt x="690493" y="1132091"/>
                  </a:lnTo>
                  <a:lnTo>
                    <a:pt x="899249" y="1132091"/>
                  </a:lnTo>
                  <a:lnTo>
                    <a:pt x="899252" y="1059830"/>
                  </a:lnTo>
                  <a:lnTo>
                    <a:pt x="802901" y="1059830"/>
                  </a:lnTo>
                  <a:lnTo>
                    <a:pt x="843046" y="963481"/>
                  </a:lnTo>
                  <a:lnTo>
                    <a:pt x="818959" y="939394"/>
                  </a:lnTo>
                  <a:lnTo>
                    <a:pt x="859104" y="867133"/>
                  </a:lnTo>
                  <a:lnTo>
                    <a:pt x="835017" y="843046"/>
                  </a:lnTo>
                  <a:lnTo>
                    <a:pt x="875162" y="770785"/>
                  </a:lnTo>
                  <a:lnTo>
                    <a:pt x="851075" y="746698"/>
                  </a:lnTo>
                  <a:lnTo>
                    <a:pt x="891220" y="674437"/>
                  </a:lnTo>
                  <a:lnTo>
                    <a:pt x="867133" y="650350"/>
                  </a:lnTo>
                  <a:lnTo>
                    <a:pt x="915307" y="554002"/>
                  </a:lnTo>
                  <a:lnTo>
                    <a:pt x="963481" y="650350"/>
                  </a:lnTo>
                  <a:lnTo>
                    <a:pt x="939394" y="674437"/>
                  </a:lnTo>
                  <a:lnTo>
                    <a:pt x="979539" y="746698"/>
                  </a:lnTo>
                  <a:lnTo>
                    <a:pt x="955452" y="770785"/>
                  </a:lnTo>
                  <a:lnTo>
                    <a:pt x="995597" y="843046"/>
                  </a:lnTo>
                  <a:lnTo>
                    <a:pt x="971511" y="867133"/>
                  </a:lnTo>
                  <a:lnTo>
                    <a:pt x="1011655" y="939394"/>
                  </a:lnTo>
                  <a:lnTo>
                    <a:pt x="987568" y="963481"/>
                  </a:lnTo>
                  <a:lnTo>
                    <a:pt x="1027714" y="1059830"/>
                  </a:lnTo>
                  <a:lnTo>
                    <a:pt x="931365" y="1059830"/>
                  </a:lnTo>
                  <a:lnTo>
                    <a:pt x="931363" y="1132091"/>
                  </a:lnTo>
                  <a:lnTo>
                    <a:pt x="1059830" y="1132091"/>
                  </a:lnTo>
                  <a:close/>
                </a:path>
              </a:pathLst>
            </a:custGeom>
            <a:noFill/>
            <a:ln w="6021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415821" y="3832641"/>
              <a:ext cx="867133" cy="939394"/>
            </a:xfrm>
            <a:custGeom>
              <a:avLst/>
              <a:gdLst/>
              <a:ahLst/>
              <a:cxnLst/>
              <a:rect l="0" t="0" r="0" b="0"/>
              <a:pathLst>
                <a:path w="867133" h="939394">
                  <a:moveTo>
                    <a:pt x="674437" y="40145"/>
                  </a:moveTo>
                  <a:lnTo>
                    <a:pt x="0" y="939394"/>
                  </a:lnTo>
                  <a:lnTo>
                    <a:pt x="867133" y="939394"/>
                  </a:lnTo>
                  <a:lnTo>
                    <a:pt x="867133" y="72260"/>
                  </a:lnTo>
                  <a:lnTo>
                    <a:pt x="770785" y="0"/>
                  </a:lnTo>
                  <a:lnTo>
                    <a:pt x="674437" y="40145"/>
                  </a:lnTo>
                  <a:close/>
                </a:path>
              </a:pathLst>
            </a:custGeom>
            <a:noFill/>
            <a:ln w="6021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259643" y="4025338"/>
              <a:ext cx="674437" cy="746698"/>
            </a:xfrm>
            <a:custGeom>
              <a:avLst/>
              <a:gdLst/>
              <a:ahLst/>
              <a:cxnLst/>
              <a:rect l="0" t="0" r="0" b="0"/>
              <a:pathLst>
                <a:path w="674437" h="746698">
                  <a:moveTo>
                    <a:pt x="674437" y="71113"/>
                  </a:moveTo>
                  <a:lnTo>
                    <a:pt x="579779" y="0"/>
                  </a:lnTo>
                  <a:lnTo>
                    <a:pt x="165487" y="533566"/>
                  </a:lnTo>
                  <a:lnTo>
                    <a:pt x="176638" y="553672"/>
                  </a:lnTo>
                  <a:lnTo>
                    <a:pt x="152551" y="577800"/>
                  </a:lnTo>
                  <a:lnTo>
                    <a:pt x="192696" y="650184"/>
                  </a:lnTo>
                  <a:lnTo>
                    <a:pt x="112406" y="650184"/>
                  </a:lnTo>
                  <a:lnTo>
                    <a:pt x="112403" y="746695"/>
                  </a:lnTo>
                  <a:lnTo>
                    <a:pt x="674437" y="746698"/>
                  </a:lnTo>
                  <a:lnTo>
                    <a:pt x="674437" y="71113"/>
                  </a:lnTo>
                  <a:close/>
                  <a:moveTo>
                    <a:pt x="0" y="746698"/>
                  </a:moveTo>
                  <a:lnTo>
                    <a:pt x="74939" y="650184"/>
                  </a:lnTo>
                  <a:lnTo>
                    <a:pt x="80292" y="650184"/>
                  </a:lnTo>
                  <a:lnTo>
                    <a:pt x="80290" y="746695"/>
                  </a:lnTo>
                  <a:lnTo>
                    <a:pt x="0" y="746698"/>
                  </a:lnTo>
                  <a:close/>
                </a:path>
              </a:pathLst>
            </a:custGeom>
            <a:noFill/>
            <a:ln w="6021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339933" y="4675686"/>
            <a:ext cx="4464139" cy="96345"/>
            <a:chOff x="2339933" y="4675686"/>
            <a:chExt cx="4464139" cy="96345"/>
          </a:xfrm>
        </p:grpSpPr>
        <p:sp>
          <p:nvSpPr>
            <p:cNvPr id="18" name="Rounded Rectangle 17"/>
            <p:cNvSpPr/>
            <p:nvPr/>
          </p:nvSpPr>
          <p:spPr>
            <a:xfrm>
              <a:off x="6771954" y="4675686"/>
              <a:ext cx="32118" cy="96345"/>
            </a:xfrm>
            <a:custGeom>
              <a:avLst/>
              <a:gdLst/>
              <a:ahLst/>
              <a:cxnLst/>
              <a:rect l="0" t="0" r="0" b="0"/>
              <a:pathLst>
                <a:path w="32118" h="96345">
                  <a:moveTo>
                    <a:pt x="0" y="0"/>
                  </a:moveTo>
                  <a:lnTo>
                    <a:pt x="32118" y="0"/>
                  </a:lnTo>
                  <a:lnTo>
                    <a:pt x="32118" y="96345"/>
                  </a:lnTo>
                  <a:lnTo>
                    <a:pt x="0" y="96345"/>
                  </a:lnTo>
                  <a:lnTo>
                    <a:pt x="0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471248" y="4699775"/>
              <a:ext cx="32118" cy="72256"/>
            </a:xfrm>
            <a:custGeom>
              <a:avLst/>
              <a:gdLst/>
              <a:ahLst/>
              <a:cxnLst/>
              <a:rect l="0" t="0" r="0" b="0"/>
              <a:pathLst>
                <a:path w="32118" h="72256">
                  <a:moveTo>
                    <a:pt x="0" y="0"/>
                  </a:moveTo>
                  <a:lnTo>
                    <a:pt x="32118" y="0"/>
                  </a:lnTo>
                  <a:lnTo>
                    <a:pt x="32118" y="72256"/>
                  </a:lnTo>
                  <a:lnTo>
                    <a:pt x="0" y="72256"/>
                  </a:lnTo>
                  <a:lnTo>
                    <a:pt x="0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5230380" y="4723864"/>
              <a:ext cx="32118" cy="48167"/>
            </a:xfrm>
            <a:custGeom>
              <a:avLst/>
              <a:gdLst/>
              <a:ahLst/>
              <a:cxnLst/>
              <a:rect l="0" t="0" r="0" b="0"/>
              <a:pathLst>
                <a:path w="32118" h="48167">
                  <a:moveTo>
                    <a:pt x="0" y="0"/>
                  </a:moveTo>
                  <a:lnTo>
                    <a:pt x="32118" y="0"/>
                  </a:lnTo>
                  <a:lnTo>
                    <a:pt x="32118" y="48167"/>
                  </a:lnTo>
                  <a:lnTo>
                    <a:pt x="0" y="48167"/>
                  </a:lnTo>
                  <a:lnTo>
                    <a:pt x="0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110715" y="4723864"/>
              <a:ext cx="32118" cy="48167"/>
            </a:xfrm>
            <a:custGeom>
              <a:avLst/>
              <a:gdLst/>
              <a:ahLst/>
              <a:cxnLst/>
              <a:rect l="0" t="0" r="0" b="0"/>
              <a:pathLst>
                <a:path w="32118" h="48167">
                  <a:moveTo>
                    <a:pt x="9" y="0"/>
                  </a:moveTo>
                  <a:lnTo>
                    <a:pt x="32118" y="0"/>
                  </a:lnTo>
                  <a:lnTo>
                    <a:pt x="32118" y="48167"/>
                  </a:lnTo>
                  <a:lnTo>
                    <a:pt x="0" y="48167"/>
                  </a:lnTo>
                  <a:lnTo>
                    <a:pt x="0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2339933" y="4675686"/>
              <a:ext cx="32118" cy="96345"/>
            </a:xfrm>
            <a:custGeom>
              <a:avLst/>
              <a:gdLst/>
              <a:ahLst/>
              <a:cxnLst/>
              <a:rect l="0" t="0" r="0" b="0"/>
              <a:pathLst>
                <a:path w="32118" h="96345">
                  <a:moveTo>
                    <a:pt x="0" y="0"/>
                  </a:moveTo>
                  <a:lnTo>
                    <a:pt x="32118" y="0"/>
                  </a:lnTo>
                  <a:lnTo>
                    <a:pt x="32118" y="96345"/>
                  </a:lnTo>
                  <a:lnTo>
                    <a:pt x="0" y="96345"/>
                  </a:lnTo>
                  <a:lnTo>
                    <a:pt x="0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339933" y="4675686"/>
            <a:ext cx="4464135" cy="96348"/>
            <a:chOff x="2339933" y="4675686"/>
            <a:chExt cx="4464135" cy="96348"/>
          </a:xfrm>
        </p:grpSpPr>
        <p:sp>
          <p:nvSpPr>
            <p:cNvPr id="24" name="Rounded Rectangle 23"/>
            <p:cNvSpPr/>
            <p:nvPr/>
          </p:nvSpPr>
          <p:spPr>
            <a:xfrm>
              <a:off x="6771950" y="4675686"/>
              <a:ext cx="32118" cy="96348"/>
            </a:xfrm>
            <a:custGeom>
              <a:avLst/>
              <a:gdLst/>
              <a:ahLst/>
              <a:cxnLst/>
              <a:rect l="0" t="0" r="0" b="0"/>
              <a:pathLst>
                <a:path w="32118" h="96348">
                  <a:moveTo>
                    <a:pt x="2" y="0"/>
                  </a:moveTo>
                  <a:lnTo>
                    <a:pt x="32118" y="0"/>
                  </a:lnTo>
                  <a:lnTo>
                    <a:pt x="32116" y="96348"/>
                  </a:lnTo>
                  <a:lnTo>
                    <a:pt x="0" y="96348"/>
                  </a:lnTo>
                  <a:lnTo>
                    <a:pt x="2" y="0"/>
                  </a:lnTo>
                  <a:close/>
                </a:path>
              </a:pathLst>
            </a:custGeom>
            <a:noFill/>
            <a:ln w="6021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5471249" y="4699773"/>
              <a:ext cx="32116" cy="72261"/>
            </a:xfrm>
            <a:custGeom>
              <a:avLst/>
              <a:gdLst/>
              <a:ahLst/>
              <a:cxnLst/>
              <a:rect l="0" t="0" r="0" b="0"/>
              <a:pathLst>
                <a:path w="32116" h="72261">
                  <a:moveTo>
                    <a:pt x="2" y="0"/>
                  </a:moveTo>
                  <a:lnTo>
                    <a:pt x="32116" y="0"/>
                  </a:lnTo>
                  <a:lnTo>
                    <a:pt x="32113" y="72261"/>
                  </a:lnTo>
                  <a:lnTo>
                    <a:pt x="0" y="72261"/>
                  </a:lnTo>
                  <a:lnTo>
                    <a:pt x="2" y="0"/>
                  </a:lnTo>
                  <a:close/>
                </a:path>
              </a:pathLst>
            </a:custGeom>
            <a:noFill/>
            <a:ln w="6021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230379" y="4723860"/>
              <a:ext cx="32116" cy="48174"/>
            </a:xfrm>
            <a:custGeom>
              <a:avLst/>
              <a:gdLst/>
              <a:ahLst/>
              <a:cxnLst/>
              <a:rect l="0" t="0" r="0" b="0"/>
              <a:pathLst>
                <a:path w="32116" h="48174">
                  <a:moveTo>
                    <a:pt x="2" y="0"/>
                  </a:moveTo>
                  <a:lnTo>
                    <a:pt x="32116" y="0"/>
                  </a:lnTo>
                  <a:lnTo>
                    <a:pt x="32113" y="48174"/>
                  </a:lnTo>
                  <a:lnTo>
                    <a:pt x="0" y="48174"/>
                  </a:lnTo>
                  <a:lnTo>
                    <a:pt x="2" y="0"/>
                  </a:lnTo>
                  <a:close/>
                </a:path>
              </a:pathLst>
            </a:custGeom>
            <a:noFill/>
            <a:ln w="6021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110719" y="4723860"/>
              <a:ext cx="32116" cy="48174"/>
            </a:xfrm>
            <a:custGeom>
              <a:avLst/>
              <a:gdLst/>
              <a:ahLst/>
              <a:cxnLst/>
              <a:rect l="0" t="0" r="0" b="0"/>
              <a:pathLst>
                <a:path w="32116" h="48174">
                  <a:moveTo>
                    <a:pt x="2" y="0"/>
                  </a:moveTo>
                  <a:lnTo>
                    <a:pt x="32116" y="0"/>
                  </a:lnTo>
                  <a:lnTo>
                    <a:pt x="32113" y="48174"/>
                  </a:lnTo>
                  <a:lnTo>
                    <a:pt x="0" y="48174"/>
                  </a:lnTo>
                  <a:lnTo>
                    <a:pt x="2" y="0"/>
                  </a:lnTo>
                  <a:close/>
                </a:path>
              </a:pathLst>
            </a:custGeom>
            <a:noFill/>
            <a:ln w="6021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2339933" y="4675686"/>
              <a:ext cx="32116" cy="96348"/>
            </a:xfrm>
            <a:custGeom>
              <a:avLst/>
              <a:gdLst/>
              <a:ahLst/>
              <a:cxnLst/>
              <a:rect l="0" t="0" r="0" b="0"/>
              <a:pathLst>
                <a:path w="32116" h="96348">
                  <a:moveTo>
                    <a:pt x="2" y="0"/>
                  </a:moveTo>
                  <a:lnTo>
                    <a:pt x="32116" y="0"/>
                  </a:lnTo>
                  <a:lnTo>
                    <a:pt x="32113" y="96348"/>
                  </a:lnTo>
                  <a:lnTo>
                    <a:pt x="0" y="96348"/>
                  </a:lnTo>
                  <a:lnTo>
                    <a:pt x="2" y="0"/>
                  </a:lnTo>
                  <a:close/>
                </a:path>
              </a:pathLst>
            </a:custGeom>
            <a:noFill/>
            <a:ln w="6021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259643" y="4193948"/>
            <a:ext cx="4624711" cy="529913"/>
            <a:chOff x="2259643" y="4193948"/>
            <a:chExt cx="4624711" cy="529913"/>
          </a:xfrm>
        </p:grpSpPr>
        <p:sp>
          <p:nvSpPr>
            <p:cNvPr id="30" name="Rounded Rectangle 29"/>
            <p:cNvSpPr/>
            <p:nvPr/>
          </p:nvSpPr>
          <p:spPr>
            <a:xfrm>
              <a:off x="6691664" y="4290294"/>
              <a:ext cx="192690" cy="385391"/>
            </a:xfrm>
            <a:custGeom>
              <a:avLst/>
              <a:gdLst/>
              <a:ahLst/>
              <a:cxnLst/>
              <a:rect l="0" t="0" r="0" b="0"/>
              <a:pathLst>
                <a:path w="192690" h="385391">
                  <a:moveTo>
                    <a:pt x="96345" y="0"/>
                  </a:moveTo>
                  <a:lnTo>
                    <a:pt x="48167" y="96354"/>
                  </a:lnTo>
                  <a:lnTo>
                    <a:pt x="72256" y="120434"/>
                  </a:lnTo>
                  <a:lnTo>
                    <a:pt x="32108" y="192700"/>
                  </a:lnTo>
                  <a:lnTo>
                    <a:pt x="56197" y="216788"/>
                  </a:lnTo>
                  <a:lnTo>
                    <a:pt x="16049" y="289045"/>
                  </a:lnTo>
                  <a:lnTo>
                    <a:pt x="40138" y="313134"/>
                  </a:lnTo>
                  <a:lnTo>
                    <a:pt x="0" y="385391"/>
                  </a:lnTo>
                  <a:lnTo>
                    <a:pt x="192690" y="385391"/>
                  </a:lnTo>
                  <a:lnTo>
                    <a:pt x="152542" y="313134"/>
                  </a:lnTo>
                  <a:lnTo>
                    <a:pt x="176631" y="289045"/>
                  </a:lnTo>
                  <a:lnTo>
                    <a:pt x="136493" y="216788"/>
                  </a:lnTo>
                  <a:lnTo>
                    <a:pt x="160572" y="192700"/>
                  </a:lnTo>
                  <a:lnTo>
                    <a:pt x="120434" y="120434"/>
                  </a:lnTo>
                  <a:lnTo>
                    <a:pt x="144522" y="96354"/>
                  </a:lnTo>
                  <a:lnTo>
                    <a:pt x="96345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5374899" y="4193948"/>
              <a:ext cx="224818" cy="505825"/>
            </a:xfrm>
            <a:custGeom>
              <a:avLst/>
              <a:gdLst/>
              <a:ahLst/>
              <a:cxnLst/>
              <a:rect l="0" t="0" r="0" b="0"/>
              <a:pathLst>
                <a:path w="224818" h="505825">
                  <a:moveTo>
                    <a:pt x="112404" y="0"/>
                  </a:moveTo>
                  <a:lnTo>
                    <a:pt x="64236" y="96345"/>
                  </a:lnTo>
                  <a:lnTo>
                    <a:pt x="88325" y="120434"/>
                  </a:lnTo>
                  <a:lnTo>
                    <a:pt x="48177" y="192700"/>
                  </a:lnTo>
                  <a:lnTo>
                    <a:pt x="72266" y="216779"/>
                  </a:lnTo>
                  <a:lnTo>
                    <a:pt x="32118" y="289045"/>
                  </a:lnTo>
                  <a:lnTo>
                    <a:pt x="56207" y="313134"/>
                  </a:lnTo>
                  <a:lnTo>
                    <a:pt x="16059" y="385391"/>
                  </a:lnTo>
                  <a:lnTo>
                    <a:pt x="40147" y="409479"/>
                  </a:lnTo>
                  <a:lnTo>
                    <a:pt x="0" y="505825"/>
                  </a:lnTo>
                  <a:lnTo>
                    <a:pt x="224818" y="505825"/>
                  </a:lnTo>
                  <a:lnTo>
                    <a:pt x="184670" y="409479"/>
                  </a:lnTo>
                  <a:lnTo>
                    <a:pt x="208759" y="385391"/>
                  </a:lnTo>
                  <a:lnTo>
                    <a:pt x="168611" y="313134"/>
                  </a:lnTo>
                  <a:lnTo>
                    <a:pt x="192700" y="289045"/>
                  </a:lnTo>
                  <a:lnTo>
                    <a:pt x="152552" y="216779"/>
                  </a:lnTo>
                  <a:lnTo>
                    <a:pt x="176641" y="192700"/>
                  </a:lnTo>
                  <a:lnTo>
                    <a:pt x="136493" y="120434"/>
                  </a:lnTo>
                  <a:lnTo>
                    <a:pt x="160581" y="96345"/>
                  </a:lnTo>
                  <a:lnTo>
                    <a:pt x="112404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5166149" y="4434816"/>
              <a:ext cx="160581" cy="289045"/>
            </a:xfrm>
            <a:custGeom>
              <a:avLst/>
              <a:gdLst/>
              <a:ahLst/>
              <a:cxnLst/>
              <a:rect l="0" t="0" r="0" b="0"/>
              <a:pathLst>
                <a:path w="160581" h="289045">
                  <a:moveTo>
                    <a:pt x="80286" y="0"/>
                  </a:moveTo>
                  <a:lnTo>
                    <a:pt x="32118" y="96354"/>
                  </a:lnTo>
                  <a:lnTo>
                    <a:pt x="56197" y="120434"/>
                  </a:lnTo>
                  <a:lnTo>
                    <a:pt x="16059" y="192700"/>
                  </a:lnTo>
                  <a:lnTo>
                    <a:pt x="40138" y="216788"/>
                  </a:lnTo>
                  <a:lnTo>
                    <a:pt x="0" y="289045"/>
                  </a:lnTo>
                  <a:lnTo>
                    <a:pt x="160581" y="289045"/>
                  </a:lnTo>
                  <a:lnTo>
                    <a:pt x="120434" y="216788"/>
                  </a:lnTo>
                  <a:lnTo>
                    <a:pt x="144522" y="192700"/>
                  </a:lnTo>
                  <a:lnTo>
                    <a:pt x="104374" y="120434"/>
                  </a:lnTo>
                  <a:lnTo>
                    <a:pt x="128463" y="96354"/>
                  </a:lnTo>
                  <a:lnTo>
                    <a:pt x="80286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2259643" y="4290294"/>
              <a:ext cx="192700" cy="385391"/>
            </a:xfrm>
            <a:custGeom>
              <a:avLst/>
              <a:gdLst/>
              <a:ahLst/>
              <a:cxnLst/>
              <a:rect l="0" t="0" r="0" b="0"/>
              <a:pathLst>
                <a:path w="192700" h="385391">
                  <a:moveTo>
                    <a:pt x="96345" y="0"/>
                  </a:moveTo>
                  <a:lnTo>
                    <a:pt x="48177" y="96354"/>
                  </a:lnTo>
                  <a:lnTo>
                    <a:pt x="72256" y="120434"/>
                  </a:lnTo>
                  <a:lnTo>
                    <a:pt x="32118" y="192700"/>
                  </a:lnTo>
                  <a:lnTo>
                    <a:pt x="56207" y="216788"/>
                  </a:lnTo>
                  <a:lnTo>
                    <a:pt x="16059" y="289045"/>
                  </a:lnTo>
                  <a:lnTo>
                    <a:pt x="40147" y="313134"/>
                  </a:lnTo>
                  <a:lnTo>
                    <a:pt x="0" y="385391"/>
                  </a:lnTo>
                  <a:lnTo>
                    <a:pt x="192700" y="385391"/>
                  </a:lnTo>
                  <a:lnTo>
                    <a:pt x="152552" y="313134"/>
                  </a:lnTo>
                  <a:lnTo>
                    <a:pt x="176641" y="289045"/>
                  </a:lnTo>
                  <a:lnTo>
                    <a:pt x="136493" y="216788"/>
                  </a:lnTo>
                  <a:lnTo>
                    <a:pt x="160581" y="192700"/>
                  </a:lnTo>
                  <a:lnTo>
                    <a:pt x="120434" y="120434"/>
                  </a:lnTo>
                  <a:lnTo>
                    <a:pt x="144522" y="96354"/>
                  </a:lnTo>
                  <a:lnTo>
                    <a:pt x="96345" y="0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2259643" y="4193948"/>
            <a:ext cx="4624713" cy="529915"/>
            <a:chOff x="2259643" y="4193948"/>
            <a:chExt cx="4624713" cy="529915"/>
          </a:xfrm>
        </p:grpSpPr>
        <p:sp>
          <p:nvSpPr>
            <p:cNvPr id="35" name="Rounded Rectangle 34"/>
            <p:cNvSpPr/>
            <p:nvPr/>
          </p:nvSpPr>
          <p:spPr>
            <a:xfrm>
              <a:off x="6691660" y="4290296"/>
              <a:ext cx="192696" cy="385392"/>
            </a:xfrm>
            <a:custGeom>
              <a:avLst/>
              <a:gdLst/>
              <a:ahLst/>
              <a:cxnLst/>
              <a:rect l="0" t="0" r="0" b="0"/>
              <a:pathLst>
                <a:path w="192696" h="385392">
                  <a:moveTo>
                    <a:pt x="96348" y="0"/>
                  </a:moveTo>
                  <a:lnTo>
                    <a:pt x="48174" y="96348"/>
                  </a:lnTo>
                  <a:lnTo>
                    <a:pt x="72261" y="120435"/>
                  </a:lnTo>
                  <a:lnTo>
                    <a:pt x="32116" y="192696"/>
                  </a:lnTo>
                  <a:lnTo>
                    <a:pt x="56202" y="216783"/>
                  </a:lnTo>
                  <a:lnTo>
                    <a:pt x="16058" y="289044"/>
                  </a:lnTo>
                  <a:lnTo>
                    <a:pt x="40145" y="313131"/>
                  </a:lnTo>
                  <a:lnTo>
                    <a:pt x="0" y="385392"/>
                  </a:lnTo>
                  <a:lnTo>
                    <a:pt x="192696" y="385392"/>
                  </a:lnTo>
                  <a:lnTo>
                    <a:pt x="152551" y="313131"/>
                  </a:lnTo>
                  <a:lnTo>
                    <a:pt x="176638" y="289044"/>
                  </a:lnTo>
                  <a:lnTo>
                    <a:pt x="136493" y="216783"/>
                  </a:lnTo>
                  <a:lnTo>
                    <a:pt x="160580" y="192696"/>
                  </a:lnTo>
                  <a:lnTo>
                    <a:pt x="120435" y="120435"/>
                  </a:lnTo>
                  <a:lnTo>
                    <a:pt x="144522" y="96348"/>
                  </a:lnTo>
                  <a:lnTo>
                    <a:pt x="96348" y="0"/>
                  </a:lnTo>
                  <a:close/>
                </a:path>
              </a:pathLst>
            </a:custGeom>
            <a:noFill/>
            <a:ln w="6021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5374901" y="4193948"/>
              <a:ext cx="224812" cy="505827"/>
            </a:xfrm>
            <a:custGeom>
              <a:avLst/>
              <a:gdLst/>
              <a:ahLst/>
              <a:cxnLst/>
              <a:rect l="0" t="0" r="0" b="0"/>
              <a:pathLst>
                <a:path w="224812" h="505827">
                  <a:moveTo>
                    <a:pt x="112406" y="0"/>
                  </a:moveTo>
                  <a:lnTo>
                    <a:pt x="64232" y="96348"/>
                  </a:lnTo>
                  <a:lnTo>
                    <a:pt x="88319" y="120435"/>
                  </a:lnTo>
                  <a:lnTo>
                    <a:pt x="48174" y="192696"/>
                  </a:lnTo>
                  <a:lnTo>
                    <a:pt x="72261" y="216783"/>
                  </a:lnTo>
                  <a:lnTo>
                    <a:pt x="32116" y="289044"/>
                  </a:lnTo>
                  <a:lnTo>
                    <a:pt x="56202" y="313131"/>
                  </a:lnTo>
                  <a:lnTo>
                    <a:pt x="16058" y="385392"/>
                  </a:lnTo>
                  <a:lnTo>
                    <a:pt x="40145" y="409479"/>
                  </a:lnTo>
                  <a:lnTo>
                    <a:pt x="0" y="505827"/>
                  </a:lnTo>
                  <a:lnTo>
                    <a:pt x="224812" y="505827"/>
                  </a:lnTo>
                  <a:lnTo>
                    <a:pt x="184667" y="409479"/>
                  </a:lnTo>
                  <a:lnTo>
                    <a:pt x="208754" y="385392"/>
                  </a:lnTo>
                  <a:lnTo>
                    <a:pt x="168609" y="313131"/>
                  </a:lnTo>
                  <a:lnTo>
                    <a:pt x="192696" y="289044"/>
                  </a:lnTo>
                  <a:lnTo>
                    <a:pt x="152551" y="216783"/>
                  </a:lnTo>
                  <a:lnTo>
                    <a:pt x="176638" y="192696"/>
                  </a:lnTo>
                  <a:lnTo>
                    <a:pt x="136493" y="120435"/>
                  </a:lnTo>
                  <a:lnTo>
                    <a:pt x="160580" y="96348"/>
                  </a:lnTo>
                  <a:lnTo>
                    <a:pt x="112406" y="0"/>
                  </a:lnTo>
                  <a:close/>
                </a:path>
              </a:pathLst>
            </a:custGeom>
            <a:noFill/>
            <a:ln w="6021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166147" y="4434819"/>
              <a:ext cx="160580" cy="289044"/>
            </a:xfrm>
            <a:custGeom>
              <a:avLst/>
              <a:gdLst/>
              <a:ahLst/>
              <a:cxnLst/>
              <a:rect l="0" t="0" r="0" b="0"/>
              <a:pathLst>
                <a:path w="160580" h="289044">
                  <a:moveTo>
                    <a:pt x="80290" y="0"/>
                  </a:moveTo>
                  <a:lnTo>
                    <a:pt x="32116" y="96348"/>
                  </a:lnTo>
                  <a:lnTo>
                    <a:pt x="56203" y="120435"/>
                  </a:lnTo>
                  <a:lnTo>
                    <a:pt x="16058" y="192696"/>
                  </a:lnTo>
                  <a:lnTo>
                    <a:pt x="40144" y="216783"/>
                  </a:lnTo>
                  <a:lnTo>
                    <a:pt x="0" y="289044"/>
                  </a:lnTo>
                  <a:lnTo>
                    <a:pt x="160580" y="289044"/>
                  </a:lnTo>
                  <a:lnTo>
                    <a:pt x="120435" y="216783"/>
                  </a:lnTo>
                  <a:lnTo>
                    <a:pt x="144522" y="192696"/>
                  </a:lnTo>
                  <a:lnTo>
                    <a:pt x="104377" y="120435"/>
                  </a:lnTo>
                  <a:lnTo>
                    <a:pt x="128464" y="96348"/>
                  </a:lnTo>
                  <a:lnTo>
                    <a:pt x="80290" y="0"/>
                  </a:lnTo>
                  <a:close/>
                </a:path>
              </a:pathLst>
            </a:custGeom>
            <a:noFill/>
            <a:ln w="6021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259643" y="4290296"/>
              <a:ext cx="192696" cy="385392"/>
            </a:xfrm>
            <a:custGeom>
              <a:avLst/>
              <a:gdLst/>
              <a:ahLst/>
              <a:cxnLst/>
              <a:rect l="0" t="0" r="0" b="0"/>
              <a:pathLst>
                <a:path w="192696" h="385392">
                  <a:moveTo>
                    <a:pt x="96348" y="0"/>
                  </a:moveTo>
                  <a:lnTo>
                    <a:pt x="48174" y="96348"/>
                  </a:lnTo>
                  <a:lnTo>
                    <a:pt x="72261" y="120435"/>
                  </a:lnTo>
                  <a:lnTo>
                    <a:pt x="32116" y="192696"/>
                  </a:lnTo>
                  <a:lnTo>
                    <a:pt x="56203" y="216783"/>
                  </a:lnTo>
                  <a:lnTo>
                    <a:pt x="16058" y="289044"/>
                  </a:lnTo>
                  <a:lnTo>
                    <a:pt x="40145" y="313131"/>
                  </a:lnTo>
                  <a:lnTo>
                    <a:pt x="0" y="385392"/>
                  </a:lnTo>
                  <a:lnTo>
                    <a:pt x="192696" y="385392"/>
                  </a:lnTo>
                  <a:lnTo>
                    <a:pt x="152551" y="313131"/>
                  </a:lnTo>
                  <a:lnTo>
                    <a:pt x="176638" y="289044"/>
                  </a:lnTo>
                  <a:lnTo>
                    <a:pt x="136493" y="216783"/>
                  </a:lnTo>
                  <a:lnTo>
                    <a:pt x="160580" y="192696"/>
                  </a:lnTo>
                  <a:lnTo>
                    <a:pt x="120435" y="120435"/>
                  </a:lnTo>
                  <a:lnTo>
                    <a:pt x="144522" y="96348"/>
                  </a:lnTo>
                  <a:lnTo>
                    <a:pt x="96348" y="0"/>
                  </a:lnTo>
                  <a:close/>
                </a:path>
              </a:pathLst>
            </a:custGeom>
            <a:noFill/>
            <a:ln w="6021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0" name="Rounded Rectangle 39"/>
          <p:cNvSpPr/>
          <p:nvPr/>
        </p:nvSpPr>
        <p:spPr>
          <a:xfrm>
            <a:off x="3046487" y="4434840"/>
            <a:ext cx="160581" cy="289045"/>
          </a:xfrm>
          <a:custGeom>
            <a:avLst/>
            <a:gdLst/>
            <a:ahLst/>
            <a:cxnLst/>
            <a:rect l="0" t="0" r="0" b="0"/>
            <a:pathLst>
              <a:path w="160581" h="289045">
                <a:moveTo>
                  <a:pt x="80286" y="0"/>
                </a:moveTo>
                <a:lnTo>
                  <a:pt x="32118" y="96345"/>
                </a:lnTo>
                <a:lnTo>
                  <a:pt x="56207" y="120434"/>
                </a:lnTo>
                <a:lnTo>
                  <a:pt x="16059" y="192700"/>
                </a:lnTo>
                <a:lnTo>
                  <a:pt x="40147" y="216779"/>
                </a:lnTo>
                <a:lnTo>
                  <a:pt x="0" y="289045"/>
                </a:lnTo>
                <a:lnTo>
                  <a:pt x="160581" y="289045"/>
                </a:lnTo>
                <a:lnTo>
                  <a:pt x="120434" y="216779"/>
                </a:lnTo>
                <a:lnTo>
                  <a:pt x="144522" y="192700"/>
                </a:lnTo>
                <a:lnTo>
                  <a:pt x="104374" y="120434"/>
                </a:lnTo>
                <a:lnTo>
                  <a:pt x="128463" y="96345"/>
                </a:lnTo>
                <a:lnTo>
                  <a:pt x="80286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046487" y="4434840"/>
            <a:ext cx="160580" cy="289044"/>
          </a:xfrm>
          <a:custGeom>
            <a:avLst/>
            <a:gdLst/>
            <a:ahLst/>
            <a:cxnLst/>
            <a:rect l="0" t="0" r="0" b="0"/>
            <a:pathLst>
              <a:path w="160580" h="289044">
                <a:moveTo>
                  <a:pt x="80290" y="0"/>
                </a:moveTo>
                <a:lnTo>
                  <a:pt x="32116" y="96348"/>
                </a:lnTo>
                <a:lnTo>
                  <a:pt x="56203" y="120435"/>
                </a:lnTo>
                <a:lnTo>
                  <a:pt x="16058" y="192696"/>
                </a:lnTo>
                <a:lnTo>
                  <a:pt x="40145" y="216783"/>
                </a:lnTo>
                <a:lnTo>
                  <a:pt x="0" y="289044"/>
                </a:lnTo>
                <a:lnTo>
                  <a:pt x="160580" y="289044"/>
                </a:lnTo>
                <a:lnTo>
                  <a:pt x="120435" y="216783"/>
                </a:lnTo>
                <a:lnTo>
                  <a:pt x="144522" y="192696"/>
                </a:lnTo>
                <a:lnTo>
                  <a:pt x="104377" y="120435"/>
                </a:lnTo>
                <a:lnTo>
                  <a:pt x="128464" y="96348"/>
                </a:lnTo>
                <a:lnTo>
                  <a:pt x="80290" y="0"/>
                </a:lnTo>
                <a:close/>
              </a:path>
            </a:pathLst>
          </a:custGeom>
          <a:noFill/>
          <a:ln w="6021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4" name="Group 43"/>
          <p:cNvGrpSpPr/>
          <p:nvPr/>
        </p:nvGrpSpPr>
        <p:grpSpPr>
          <a:xfrm>
            <a:off x="2548688" y="3134115"/>
            <a:ext cx="3990022" cy="1300734"/>
            <a:chOff x="2548688" y="3134115"/>
            <a:chExt cx="3990022" cy="1300734"/>
          </a:xfrm>
        </p:grpSpPr>
        <p:sp>
          <p:nvSpPr>
            <p:cNvPr id="42" name="Rounded Rectangle 41"/>
            <p:cNvSpPr/>
            <p:nvPr/>
          </p:nvSpPr>
          <p:spPr>
            <a:xfrm>
              <a:off x="2548688" y="3134115"/>
              <a:ext cx="3982116" cy="1300734"/>
            </a:xfrm>
            <a:custGeom>
              <a:avLst/>
              <a:gdLst/>
              <a:ahLst/>
              <a:cxnLst/>
              <a:rect l="0" t="0" r="0" b="0"/>
              <a:pathLst>
                <a:path w="3982116" h="1300734">
                  <a:moveTo>
                    <a:pt x="0" y="1059846"/>
                  </a:moveTo>
                  <a:lnTo>
                    <a:pt x="385381" y="578072"/>
                  </a:lnTo>
                  <a:lnTo>
                    <a:pt x="963453" y="1300734"/>
                  </a:lnTo>
                  <a:lnTo>
                    <a:pt x="1734312" y="289083"/>
                  </a:lnTo>
                  <a:lnTo>
                    <a:pt x="2312384" y="1059846"/>
                  </a:lnTo>
                  <a:lnTo>
                    <a:pt x="3083147" y="0"/>
                  </a:lnTo>
                  <a:lnTo>
                    <a:pt x="3661219" y="770763"/>
                  </a:lnTo>
                  <a:lnTo>
                    <a:pt x="3982116" y="404050"/>
                  </a:lnTo>
                </a:path>
              </a:pathLst>
            </a:custGeom>
            <a:noFill/>
            <a:ln w="6021">
              <a:solidFill>
                <a:srgbClr val="22403B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6492038" y="3528450"/>
              <a:ext cx="46672" cy="49530"/>
            </a:xfrm>
            <a:custGeom>
              <a:avLst/>
              <a:gdLst/>
              <a:ahLst/>
              <a:cxnLst/>
              <a:rect l="0" t="0" r="0" b="0"/>
              <a:pathLst>
                <a:path w="46672" h="49530">
                  <a:moveTo>
                    <a:pt x="46672" y="0"/>
                  </a:moveTo>
                  <a:lnTo>
                    <a:pt x="37147" y="49530"/>
                  </a:lnTo>
                  <a:lnTo>
                    <a:pt x="0" y="16192"/>
                  </a:lnTo>
                  <a:close/>
                </a:path>
              </a:pathLst>
            </a:custGeom>
            <a:solidFill>
              <a:srgbClr val="22403B"/>
            </a:solidFill>
            <a:ln w="6021">
              <a:solidFill>
                <a:srgbClr val="22403B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5" name="Rounded Rectangle 44"/>
          <p:cNvSpPr/>
          <p:nvPr/>
        </p:nvSpPr>
        <p:spPr>
          <a:xfrm>
            <a:off x="5374267" y="3326838"/>
            <a:ext cx="515131" cy="385391"/>
          </a:xfrm>
          <a:custGeom>
            <a:avLst/>
            <a:gdLst/>
            <a:ahLst/>
            <a:cxnLst/>
            <a:rect l="0" t="0" r="0" b="0"/>
            <a:pathLst>
              <a:path w="515131" h="385391">
                <a:moveTo>
                  <a:pt x="0" y="351224"/>
                </a:moveTo>
                <a:lnTo>
                  <a:pt x="137131" y="313134"/>
                </a:lnTo>
                <a:lnTo>
                  <a:pt x="257565" y="385391"/>
                </a:lnTo>
                <a:lnTo>
                  <a:pt x="377999" y="313134"/>
                </a:lnTo>
                <a:lnTo>
                  <a:pt x="515131" y="351224"/>
                </a:lnTo>
                <a:lnTo>
                  <a:pt x="257565" y="0"/>
                </a:lnTo>
                <a:lnTo>
                  <a:pt x="0" y="351224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374267" y="3326838"/>
            <a:ext cx="515126" cy="385392"/>
          </a:xfrm>
          <a:custGeom>
            <a:avLst/>
            <a:gdLst/>
            <a:ahLst/>
            <a:cxnLst/>
            <a:rect l="0" t="0" r="0" b="0"/>
            <a:pathLst>
              <a:path w="515126" h="385392">
                <a:moveTo>
                  <a:pt x="0" y="351222"/>
                </a:moveTo>
                <a:lnTo>
                  <a:pt x="137128" y="313131"/>
                </a:lnTo>
                <a:lnTo>
                  <a:pt x="257563" y="385392"/>
                </a:lnTo>
                <a:lnTo>
                  <a:pt x="377998" y="313131"/>
                </a:lnTo>
                <a:lnTo>
                  <a:pt x="515126" y="351222"/>
                </a:lnTo>
                <a:lnTo>
                  <a:pt x="257563" y="0"/>
                </a:lnTo>
                <a:lnTo>
                  <a:pt x="0" y="351222"/>
                </a:lnTo>
                <a:close/>
              </a:path>
            </a:pathLst>
          </a:custGeom>
          <a:noFill/>
          <a:ln w="6021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090259" y="3615881"/>
            <a:ext cx="385391" cy="289045"/>
          </a:xfrm>
          <a:custGeom>
            <a:avLst/>
            <a:gdLst/>
            <a:ahLst/>
            <a:cxnLst/>
            <a:rect l="0" t="0" r="0" b="0"/>
            <a:pathLst>
              <a:path w="385391" h="289045">
                <a:moveTo>
                  <a:pt x="0" y="256927"/>
                </a:moveTo>
                <a:lnTo>
                  <a:pt x="96345" y="216779"/>
                </a:lnTo>
                <a:lnTo>
                  <a:pt x="192700" y="289045"/>
                </a:lnTo>
                <a:lnTo>
                  <a:pt x="289045" y="216779"/>
                </a:lnTo>
                <a:lnTo>
                  <a:pt x="385391" y="256927"/>
                </a:lnTo>
                <a:lnTo>
                  <a:pt x="192700" y="0"/>
                </a:lnTo>
                <a:lnTo>
                  <a:pt x="0" y="256927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090259" y="3615881"/>
            <a:ext cx="385392" cy="289044"/>
          </a:xfrm>
          <a:custGeom>
            <a:avLst/>
            <a:gdLst/>
            <a:ahLst/>
            <a:cxnLst/>
            <a:rect l="0" t="0" r="0" b="0"/>
            <a:pathLst>
              <a:path w="385392" h="289044">
                <a:moveTo>
                  <a:pt x="0" y="256928"/>
                </a:moveTo>
                <a:lnTo>
                  <a:pt x="96348" y="216783"/>
                </a:lnTo>
                <a:lnTo>
                  <a:pt x="192697" y="289044"/>
                </a:lnTo>
                <a:lnTo>
                  <a:pt x="289044" y="216783"/>
                </a:lnTo>
                <a:lnTo>
                  <a:pt x="385392" y="256928"/>
                </a:lnTo>
                <a:lnTo>
                  <a:pt x="192697" y="0"/>
                </a:lnTo>
                <a:lnTo>
                  <a:pt x="0" y="256928"/>
                </a:lnTo>
                <a:close/>
              </a:path>
            </a:pathLst>
          </a:custGeom>
          <a:noFill/>
          <a:ln w="6021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2839418" y="3904924"/>
            <a:ext cx="189318" cy="192700"/>
          </a:xfrm>
          <a:custGeom>
            <a:avLst/>
            <a:gdLst/>
            <a:ahLst/>
            <a:cxnLst/>
            <a:rect l="0" t="0" r="0" b="0"/>
            <a:pathLst>
              <a:path w="189318" h="192700">
                <a:moveTo>
                  <a:pt x="189318" y="121700"/>
                </a:moveTo>
                <a:lnTo>
                  <a:pt x="94659" y="0"/>
                </a:lnTo>
                <a:lnTo>
                  <a:pt x="0" y="121700"/>
                </a:lnTo>
                <a:lnTo>
                  <a:pt x="94659" y="192700"/>
                </a:lnTo>
                <a:lnTo>
                  <a:pt x="189318" y="12170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2839418" y="3904924"/>
            <a:ext cx="189315" cy="192696"/>
          </a:xfrm>
          <a:custGeom>
            <a:avLst/>
            <a:gdLst/>
            <a:ahLst/>
            <a:cxnLst/>
            <a:rect l="0" t="0" r="0" b="0"/>
            <a:pathLst>
              <a:path w="189315" h="192696">
                <a:moveTo>
                  <a:pt x="189315" y="121703"/>
                </a:moveTo>
                <a:lnTo>
                  <a:pt x="94658" y="0"/>
                </a:lnTo>
                <a:lnTo>
                  <a:pt x="0" y="121703"/>
                </a:lnTo>
                <a:lnTo>
                  <a:pt x="94658" y="192696"/>
                </a:lnTo>
                <a:lnTo>
                  <a:pt x="189315" y="121703"/>
                </a:lnTo>
                <a:close/>
              </a:path>
            </a:pathLst>
          </a:custGeom>
          <a:noFill/>
          <a:ln w="6021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161485" y="371451"/>
            <a:ext cx="682103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100" b="1">
                <a:solidFill>
                  <a:srgbClr val="22403B"/>
                </a:solidFill>
                <a:latin typeface="Roboto Slab"/>
              </a:rPr>
              <a:t>CLI Troubleshooting: TRACERT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50814" y="1343691"/>
            <a:ext cx="369334" cy="369334"/>
          </a:xfrm>
          <a:custGeom>
            <a:avLst/>
            <a:gdLst/>
            <a:ahLst/>
            <a:cxnLst/>
            <a:rect l="0" t="0" r="0" b="0"/>
            <a:pathLst>
              <a:path w="369334" h="369334">
                <a:moveTo>
                  <a:pt x="40145" y="188681"/>
                </a:moveTo>
                <a:cubicBezTo>
                  <a:pt x="42362" y="188681"/>
                  <a:pt x="44159" y="190479"/>
                  <a:pt x="44159" y="192696"/>
                </a:cubicBezTo>
                <a:moveTo>
                  <a:pt x="36130" y="192696"/>
                </a:moveTo>
                <a:cubicBezTo>
                  <a:pt x="36130" y="190479"/>
                  <a:pt x="37927" y="188681"/>
                  <a:pt x="40145" y="188681"/>
                </a:cubicBezTo>
                <a:moveTo>
                  <a:pt x="40145" y="196710"/>
                </a:moveTo>
                <a:cubicBezTo>
                  <a:pt x="37927" y="196710"/>
                  <a:pt x="36130" y="194913"/>
                  <a:pt x="36130" y="192696"/>
                </a:cubicBezTo>
                <a:moveTo>
                  <a:pt x="44159" y="192696"/>
                </a:moveTo>
                <a:cubicBezTo>
                  <a:pt x="44159" y="194913"/>
                  <a:pt x="42362" y="196710"/>
                  <a:pt x="40145" y="196710"/>
                </a:cubicBezTo>
                <a:moveTo>
                  <a:pt x="272986" y="160580"/>
                </a:moveTo>
                <a:cubicBezTo>
                  <a:pt x="272986" y="173883"/>
                  <a:pt x="283770" y="184667"/>
                  <a:pt x="297073" y="184667"/>
                </a:cubicBezTo>
                <a:cubicBezTo>
                  <a:pt x="310376" y="184667"/>
                  <a:pt x="321160" y="173883"/>
                  <a:pt x="321160" y="160580"/>
                </a:cubicBezTo>
                <a:cubicBezTo>
                  <a:pt x="321160" y="147277"/>
                  <a:pt x="310376" y="136493"/>
                  <a:pt x="297073" y="136493"/>
                </a:cubicBezTo>
                <a:cubicBezTo>
                  <a:pt x="283770" y="136493"/>
                  <a:pt x="272986" y="147277"/>
                  <a:pt x="272986" y="160580"/>
                </a:cubicBezTo>
                <a:moveTo>
                  <a:pt x="96348" y="337218"/>
                </a:moveTo>
                <a:lnTo>
                  <a:pt x="208754" y="337218"/>
                </a:lnTo>
                <a:cubicBezTo>
                  <a:pt x="208754" y="337218"/>
                  <a:pt x="216783" y="337218"/>
                  <a:pt x="216783" y="345247"/>
                </a:cubicBezTo>
                <a:lnTo>
                  <a:pt x="216783" y="361305"/>
                </a:lnTo>
                <a:cubicBezTo>
                  <a:pt x="216783" y="361305"/>
                  <a:pt x="216783" y="369334"/>
                  <a:pt x="208754" y="369334"/>
                </a:cubicBezTo>
                <a:lnTo>
                  <a:pt x="96348" y="369334"/>
                </a:lnTo>
                <a:cubicBezTo>
                  <a:pt x="96348" y="369334"/>
                  <a:pt x="88319" y="369334"/>
                  <a:pt x="88319" y="361305"/>
                </a:cubicBezTo>
                <a:lnTo>
                  <a:pt x="88319" y="345247"/>
                </a:lnTo>
                <a:cubicBezTo>
                  <a:pt x="88319" y="345247"/>
                  <a:pt x="88319" y="337218"/>
                  <a:pt x="96348" y="337218"/>
                </a:cubicBezTo>
                <a:moveTo>
                  <a:pt x="0" y="0"/>
                </a:moveTo>
                <a:lnTo>
                  <a:pt x="56203" y="0"/>
                </a:lnTo>
                <a:moveTo>
                  <a:pt x="104377" y="0"/>
                </a:moveTo>
                <a:lnTo>
                  <a:pt x="160580" y="0"/>
                </a:lnTo>
                <a:moveTo>
                  <a:pt x="208754" y="0"/>
                </a:moveTo>
                <a:lnTo>
                  <a:pt x="264957" y="0"/>
                </a:lnTo>
                <a:moveTo>
                  <a:pt x="313131" y="0"/>
                </a:moveTo>
                <a:lnTo>
                  <a:pt x="369334" y="0"/>
                </a:lnTo>
                <a:moveTo>
                  <a:pt x="0" y="32116"/>
                </a:moveTo>
                <a:lnTo>
                  <a:pt x="56203" y="32116"/>
                </a:lnTo>
                <a:moveTo>
                  <a:pt x="104377" y="32116"/>
                </a:moveTo>
                <a:lnTo>
                  <a:pt x="160580" y="32116"/>
                </a:lnTo>
                <a:moveTo>
                  <a:pt x="208754" y="32116"/>
                </a:moveTo>
                <a:lnTo>
                  <a:pt x="264957" y="32116"/>
                </a:lnTo>
                <a:moveTo>
                  <a:pt x="313131" y="32116"/>
                </a:moveTo>
                <a:lnTo>
                  <a:pt x="369334" y="32116"/>
                </a:lnTo>
                <a:moveTo>
                  <a:pt x="0" y="64232"/>
                </a:moveTo>
                <a:lnTo>
                  <a:pt x="56203" y="64232"/>
                </a:lnTo>
                <a:moveTo>
                  <a:pt x="208754" y="64232"/>
                </a:moveTo>
                <a:lnTo>
                  <a:pt x="264957" y="64232"/>
                </a:lnTo>
                <a:moveTo>
                  <a:pt x="313131" y="64232"/>
                </a:moveTo>
                <a:lnTo>
                  <a:pt x="369334" y="64232"/>
                </a:lnTo>
                <a:moveTo>
                  <a:pt x="313131" y="96348"/>
                </a:moveTo>
                <a:lnTo>
                  <a:pt x="369334" y="96348"/>
                </a:lnTo>
                <a:moveTo>
                  <a:pt x="64232" y="216783"/>
                </a:moveTo>
                <a:lnTo>
                  <a:pt x="146930" y="299482"/>
                </a:lnTo>
                <a:cubicBezTo>
                  <a:pt x="150053" y="302542"/>
                  <a:pt x="155049" y="302542"/>
                  <a:pt x="158171" y="299482"/>
                </a:cubicBezTo>
                <a:lnTo>
                  <a:pt x="256928" y="200725"/>
                </a:lnTo>
              </a:path>
            </a:pathLst>
          </a:custGeom>
          <a:noFill/>
          <a:ln w="6021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005954" y="1572515"/>
            <a:ext cx="361305" cy="361305"/>
          </a:xfrm>
          <a:custGeom>
            <a:avLst/>
            <a:gdLst/>
            <a:ahLst/>
            <a:cxnLst/>
            <a:rect l="0" t="0" r="0" b="0"/>
            <a:pathLst>
              <a:path w="361305" h="361305">
                <a:moveTo>
                  <a:pt x="181455" y="101166"/>
                </a:moveTo>
                <a:lnTo>
                  <a:pt x="109194" y="229629"/>
                </a:lnTo>
                <a:lnTo>
                  <a:pt x="253716" y="229629"/>
                </a:lnTo>
                <a:lnTo>
                  <a:pt x="181455" y="101166"/>
                </a:lnTo>
                <a:close/>
                <a:moveTo>
                  <a:pt x="181455" y="101166"/>
                </a:moveTo>
                <a:cubicBezTo>
                  <a:pt x="199193" y="101166"/>
                  <a:pt x="213571" y="86787"/>
                  <a:pt x="213571" y="69050"/>
                </a:cubicBezTo>
                <a:cubicBezTo>
                  <a:pt x="213571" y="51313"/>
                  <a:pt x="199193" y="36934"/>
                  <a:pt x="181455" y="36934"/>
                </a:cubicBezTo>
                <a:cubicBezTo>
                  <a:pt x="163718" y="36934"/>
                  <a:pt x="149339" y="51313"/>
                  <a:pt x="149339" y="69050"/>
                </a:cubicBezTo>
                <a:cubicBezTo>
                  <a:pt x="149339" y="86787"/>
                  <a:pt x="163718" y="101166"/>
                  <a:pt x="181455" y="101166"/>
                </a:cubicBezTo>
                <a:close/>
                <a:moveTo>
                  <a:pt x="329189" y="361305"/>
                </a:moveTo>
                <a:cubicBezTo>
                  <a:pt x="346927" y="361305"/>
                  <a:pt x="361305" y="346927"/>
                  <a:pt x="361305" y="329189"/>
                </a:cubicBezTo>
                <a:cubicBezTo>
                  <a:pt x="361305" y="311451"/>
                  <a:pt x="346927" y="297073"/>
                  <a:pt x="329189" y="297073"/>
                </a:cubicBezTo>
                <a:cubicBezTo>
                  <a:pt x="311451" y="297073"/>
                  <a:pt x="297073" y="311451"/>
                  <a:pt x="297073" y="329189"/>
                </a:cubicBezTo>
                <a:cubicBezTo>
                  <a:pt x="297073" y="346927"/>
                  <a:pt x="311451" y="361305"/>
                  <a:pt x="329189" y="361305"/>
                </a:cubicBezTo>
                <a:close/>
                <a:moveTo>
                  <a:pt x="32116" y="361305"/>
                </a:moveTo>
                <a:cubicBezTo>
                  <a:pt x="49853" y="361305"/>
                  <a:pt x="64232" y="346927"/>
                  <a:pt x="64232" y="329189"/>
                </a:cubicBezTo>
                <a:cubicBezTo>
                  <a:pt x="64232" y="311451"/>
                  <a:pt x="49853" y="297073"/>
                  <a:pt x="32116" y="297073"/>
                </a:cubicBezTo>
                <a:cubicBezTo>
                  <a:pt x="14378" y="297073"/>
                  <a:pt x="0" y="311451"/>
                  <a:pt x="0" y="329189"/>
                </a:cubicBezTo>
                <a:cubicBezTo>
                  <a:pt x="0" y="346927"/>
                  <a:pt x="14378" y="361305"/>
                  <a:pt x="32116" y="361305"/>
                </a:cubicBezTo>
                <a:close/>
                <a:moveTo>
                  <a:pt x="277803" y="30508"/>
                </a:moveTo>
                <a:cubicBezTo>
                  <a:pt x="298679" y="51384"/>
                  <a:pt x="298679" y="86711"/>
                  <a:pt x="277803" y="107587"/>
                </a:cubicBezTo>
                <a:moveTo>
                  <a:pt x="309920" y="0"/>
                </a:moveTo>
                <a:cubicBezTo>
                  <a:pt x="348459" y="38539"/>
                  <a:pt x="348459" y="99559"/>
                  <a:pt x="309920" y="138099"/>
                </a:cubicBezTo>
                <a:moveTo>
                  <a:pt x="83501" y="30508"/>
                </a:moveTo>
                <a:cubicBezTo>
                  <a:pt x="62626" y="51384"/>
                  <a:pt x="62626" y="86711"/>
                  <a:pt x="83501" y="107587"/>
                </a:cubicBezTo>
                <a:moveTo>
                  <a:pt x="51386" y="0"/>
                </a:moveTo>
                <a:cubicBezTo>
                  <a:pt x="12846" y="38539"/>
                  <a:pt x="12846" y="99559"/>
                  <a:pt x="51386" y="138099"/>
                </a:cubicBezTo>
                <a:moveTo>
                  <a:pt x="181455" y="285832"/>
                </a:moveTo>
                <a:lnTo>
                  <a:pt x="181455" y="329189"/>
                </a:lnTo>
                <a:moveTo>
                  <a:pt x="64232" y="329189"/>
                </a:moveTo>
                <a:lnTo>
                  <a:pt x="297073" y="329189"/>
                </a:lnTo>
              </a:path>
            </a:pathLst>
          </a:custGeom>
          <a:noFill/>
          <a:ln w="6021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6" name="Group 55"/>
          <p:cNvGrpSpPr/>
          <p:nvPr/>
        </p:nvGrpSpPr>
        <p:grpSpPr>
          <a:xfrm>
            <a:off x="5361835" y="1817403"/>
            <a:ext cx="747121" cy="289063"/>
            <a:chOff x="5361835" y="1817403"/>
            <a:chExt cx="747121" cy="289063"/>
          </a:xfrm>
        </p:grpSpPr>
        <p:sp>
          <p:nvSpPr>
            <p:cNvPr id="54" name="TextBox 53"/>
            <p:cNvSpPr txBox="1"/>
            <p:nvPr/>
          </p:nvSpPr>
          <p:spPr>
            <a:xfrm>
              <a:off x="5361835" y="1817403"/>
              <a:ext cx="859189" cy="144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 Slab"/>
                </a:rPr>
                <a:t>Analyze hop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361835" y="1961897"/>
              <a:ext cx="859189" cy="1445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 Slab"/>
                </a:rPr>
                <a:t>output</a:t>
              </a:r>
            </a:p>
          </p:txBody>
        </p:sp>
      </p:grpSp>
      <p:sp>
        <p:nvSpPr>
          <p:cNvPr id="57" name="Rounded Rectangle 56"/>
          <p:cNvSpPr/>
          <p:nvPr/>
        </p:nvSpPr>
        <p:spPr>
          <a:xfrm>
            <a:off x="2653065" y="2259017"/>
            <a:ext cx="369334" cy="369334"/>
          </a:xfrm>
          <a:custGeom>
            <a:avLst/>
            <a:gdLst/>
            <a:ahLst/>
            <a:cxnLst/>
            <a:rect l="0" t="0" r="0" b="0"/>
            <a:pathLst>
              <a:path w="369334" h="369334">
                <a:moveTo>
                  <a:pt x="0" y="321160"/>
                </a:moveTo>
                <a:cubicBezTo>
                  <a:pt x="0" y="347766"/>
                  <a:pt x="21568" y="369334"/>
                  <a:pt x="48174" y="369334"/>
                </a:cubicBezTo>
                <a:cubicBezTo>
                  <a:pt x="74779" y="369334"/>
                  <a:pt x="96348" y="347766"/>
                  <a:pt x="96348" y="321160"/>
                </a:cubicBezTo>
                <a:cubicBezTo>
                  <a:pt x="96348" y="294554"/>
                  <a:pt x="74779" y="272986"/>
                  <a:pt x="48174" y="272986"/>
                </a:cubicBezTo>
                <a:cubicBezTo>
                  <a:pt x="21568" y="272986"/>
                  <a:pt x="0" y="294554"/>
                  <a:pt x="0" y="321160"/>
                </a:cubicBezTo>
                <a:moveTo>
                  <a:pt x="272986" y="48174"/>
                </a:moveTo>
                <a:cubicBezTo>
                  <a:pt x="272986" y="74779"/>
                  <a:pt x="294554" y="96348"/>
                  <a:pt x="321160" y="96348"/>
                </a:cubicBezTo>
                <a:cubicBezTo>
                  <a:pt x="347766" y="96348"/>
                  <a:pt x="369334" y="74779"/>
                  <a:pt x="369334" y="48174"/>
                </a:cubicBezTo>
                <a:cubicBezTo>
                  <a:pt x="369334" y="21568"/>
                  <a:pt x="347766" y="0"/>
                  <a:pt x="321160" y="0"/>
                </a:cubicBezTo>
                <a:cubicBezTo>
                  <a:pt x="294554" y="0"/>
                  <a:pt x="272986" y="21568"/>
                  <a:pt x="272986" y="48174"/>
                </a:cubicBezTo>
                <a:moveTo>
                  <a:pt x="48174" y="272986"/>
                </a:moveTo>
                <a:lnTo>
                  <a:pt x="48174" y="201448"/>
                </a:lnTo>
                <a:cubicBezTo>
                  <a:pt x="48182" y="192381"/>
                  <a:pt x="55535" y="185036"/>
                  <a:pt x="64601" y="185036"/>
                </a:cubicBezTo>
                <a:lnTo>
                  <a:pt x="304733" y="185036"/>
                </a:lnTo>
                <a:cubicBezTo>
                  <a:pt x="313805" y="185036"/>
                  <a:pt x="321160" y="177681"/>
                  <a:pt x="321160" y="168609"/>
                </a:cubicBezTo>
                <a:lnTo>
                  <a:pt x="321160" y="98532"/>
                </a:lnTo>
              </a:path>
            </a:pathLst>
          </a:custGeom>
          <a:noFill/>
          <a:ln w="6021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0" name="Group 59"/>
          <p:cNvGrpSpPr/>
          <p:nvPr/>
        </p:nvGrpSpPr>
        <p:grpSpPr>
          <a:xfrm>
            <a:off x="4012960" y="2042213"/>
            <a:ext cx="800814" cy="289063"/>
            <a:chOff x="4012960" y="2042213"/>
            <a:chExt cx="800814" cy="289063"/>
          </a:xfrm>
        </p:grpSpPr>
        <p:sp>
          <p:nvSpPr>
            <p:cNvPr id="58" name="TextBox 57"/>
            <p:cNvSpPr txBox="1"/>
            <p:nvPr/>
          </p:nvSpPr>
          <p:spPr>
            <a:xfrm>
              <a:off x="4012960" y="2042213"/>
              <a:ext cx="920936" cy="144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 Slab"/>
                </a:rPr>
                <a:t>Trigger ICMP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012960" y="2186707"/>
              <a:ext cx="920936" cy="1445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 Slab"/>
                </a:rPr>
                <a:t>messages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5361835" y="2202946"/>
            <a:ext cx="1123950" cy="642031"/>
            <a:chOff x="5361835" y="2202946"/>
            <a:chExt cx="1123950" cy="642031"/>
          </a:xfrm>
        </p:grpSpPr>
        <p:sp>
          <p:nvSpPr>
            <p:cNvPr id="61" name="TextBox 60"/>
            <p:cNvSpPr txBox="1"/>
            <p:nvPr/>
          </p:nvSpPr>
          <p:spPr>
            <a:xfrm>
              <a:off x="5361835" y="2202946"/>
              <a:ext cx="1292542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Review hop number,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361835" y="2363442"/>
              <a:ext cx="1292542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response times for 3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361835" y="2523938"/>
              <a:ext cx="1292542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probes, and device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361835" y="2684434"/>
              <a:ext cx="1292542" cy="1605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IP or Hostname.</a:t>
              </a: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2664086" y="2732734"/>
            <a:ext cx="1216818" cy="144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 Slab"/>
              </a:rPr>
              <a:t>Trace Layer 3 path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4012960" y="2427800"/>
            <a:ext cx="1094308" cy="802528"/>
            <a:chOff x="4012960" y="2427800"/>
            <a:chExt cx="1094308" cy="802528"/>
          </a:xfrm>
        </p:grpSpPr>
        <p:sp>
          <p:nvSpPr>
            <p:cNvPr id="67" name="TextBox 66"/>
            <p:cNvSpPr txBox="1"/>
            <p:nvPr/>
          </p:nvSpPr>
          <p:spPr>
            <a:xfrm>
              <a:off x="4012960" y="2427800"/>
              <a:ext cx="125845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Incremental TTL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012960" y="2588296"/>
              <a:ext cx="125845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values trigger ICMP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012960" y="2748792"/>
              <a:ext cx="125845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Time Exceeded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012960" y="2909288"/>
              <a:ext cx="125845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messages from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012960" y="3069785"/>
              <a:ext cx="1258454" cy="1605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routers.</a:t>
              </a: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2664086" y="2973726"/>
            <a:ext cx="1087269" cy="642031"/>
            <a:chOff x="2664086" y="2973726"/>
            <a:chExt cx="1087269" cy="642031"/>
          </a:xfrm>
        </p:grpSpPr>
        <p:sp>
          <p:nvSpPr>
            <p:cNvPr id="73" name="TextBox 72"/>
            <p:cNvSpPr txBox="1"/>
            <p:nvPr/>
          </p:nvSpPr>
          <p:spPr>
            <a:xfrm>
              <a:off x="2664086" y="2973726"/>
              <a:ext cx="1250359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Identify routers and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664086" y="3134222"/>
              <a:ext cx="1250359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potential points of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664086" y="3294718"/>
              <a:ext cx="1250359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failure along the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2664086" y="3455214"/>
              <a:ext cx="1250359" cy="1605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>
                  <a:solidFill>
                    <a:srgbClr val="22403B"/>
                  </a:solidFill>
                  <a:latin typeface="Roboto"/>
                </a:rPr>
                <a:t>network path.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541663" y="3083660"/>
            <a:ext cx="453742" cy="544772"/>
          </a:xfrm>
          <a:custGeom>
            <a:avLst/>
            <a:gdLst/>
            <a:ahLst/>
            <a:cxnLst/>
            <a:rect l="0" t="0" r="0" b="0"/>
            <a:pathLst>
              <a:path w="453742" h="544772">
                <a:moveTo>
                  <a:pt x="67846" y="538562"/>
                </a:moveTo>
                <a:cubicBezTo>
                  <a:pt x="104603" y="531495"/>
                  <a:pt x="186585" y="517359"/>
                  <a:pt x="220513" y="517359"/>
                </a:cubicBezTo>
                <a:cubicBezTo>
                  <a:pt x="227447" y="517359"/>
                  <a:pt x="234724" y="517474"/>
                  <a:pt x="242135" y="517588"/>
                </a:cubicBezTo>
                <a:cubicBezTo>
                  <a:pt x="280034" y="518179"/>
                  <a:pt x="321506" y="518826"/>
                  <a:pt x="339242" y="504634"/>
                </a:cubicBezTo>
                <a:cubicBezTo>
                  <a:pt x="354282" y="492613"/>
                  <a:pt x="377837" y="467791"/>
                  <a:pt x="396325" y="448322"/>
                </a:cubicBezTo>
                <a:cubicBezTo>
                  <a:pt x="403907" y="440331"/>
                  <a:pt x="410641" y="433244"/>
                  <a:pt x="415575" y="428301"/>
                </a:cubicBezTo>
                <a:cubicBezTo>
                  <a:pt x="427996" y="415890"/>
                  <a:pt x="431320" y="398926"/>
                  <a:pt x="435540" y="377418"/>
                </a:cubicBezTo>
                <a:cubicBezTo>
                  <a:pt x="437083" y="369541"/>
                  <a:pt x="438750" y="361064"/>
                  <a:pt x="441017" y="351977"/>
                </a:cubicBezTo>
                <a:cubicBezTo>
                  <a:pt x="449503" y="318049"/>
                  <a:pt x="453742" y="292607"/>
                  <a:pt x="441017" y="288369"/>
                </a:cubicBezTo>
                <a:cubicBezTo>
                  <a:pt x="428301" y="284121"/>
                  <a:pt x="407098" y="288369"/>
                  <a:pt x="394373" y="318049"/>
                </a:cubicBezTo>
                <a:cubicBezTo>
                  <a:pt x="387457" y="334184"/>
                  <a:pt x="386810" y="345309"/>
                  <a:pt x="386295" y="354149"/>
                </a:cubicBezTo>
                <a:cubicBezTo>
                  <a:pt x="385857" y="361568"/>
                  <a:pt x="385524" y="367369"/>
                  <a:pt x="381657" y="373179"/>
                </a:cubicBezTo>
                <a:cubicBezTo>
                  <a:pt x="374865" y="383352"/>
                  <a:pt x="342071" y="402859"/>
                  <a:pt x="326526" y="411337"/>
                </a:cubicBezTo>
                <a:cubicBezTo>
                  <a:pt x="319458" y="395792"/>
                  <a:pt x="306171" y="356215"/>
                  <a:pt x="309562" y="322287"/>
                </a:cubicBezTo>
                <a:cubicBezTo>
                  <a:pt x="313801" y="279882"/>
                  <a:pt x="318039" y="254441"/>
                  <a:pt x="335003" y="237477"/>
                </a:cubicBezTo>
                <a:cubicBezTo>
                  <a:pt x="338242" y="234238"/>
                  <a:pt x="341023" y="231619"/>
                  <a:pt x="343395" y="229381"/>
                </a:cubicBezTo>
                <a:cubicBezTo>
                  <a:pt x="353434" y="219894"/>
                  <a:pt x="356206" y="217274"/>
                  <a:pt x="356206" y="203549"/>
                </a:cubicBezTo>
                <a:cubicBezTo>
                  <a:pt x="356206" y="189985"/>
                  <a:pt x="361864" y="175279"/>
                  <a:pt x="364693" y="169630"/>
                </a:cubicBezTo>
                <a:cubicBezTo>
                  <a:pt x="360445" y="193652"/>
                  <a:pt x="356206" y="244259"/>
                  <a:pt x="373170" y="254441"/>
                </a:cubicBezTo>
                <a:cubicBezTo>
                  <a:pt x="394373" y="267157"/>
                  <a:pt x="402859" y="237477"/>
                  <a:pt x="402859" y="220513"/>
                </a:cubicBezTo>
                <a:cubicBezTo>
                  <a:pt x="402859" y="206940"/>
                  <a:pt x="411337" y="178107"/>
                  <a:pt x="415575" y="165382"/>
                </a:cubicBezTo>
                <a:cubicBezTo>
                  <a:pt x="418404" y="155486"/>
                  <a:pt x="415575" y="134854"/>
                  <a:pt x="381657" y="131464"/>
                </a:cubicBezTo>
                <a:cubicBezTo>
                  <a:pt x="375732" y="130863"/>
                  <a:pt x="370551" y="130273"/>
                  <a:pt x="365979" y="129749"/>
                </a:cubicBezTo>
                <a:cubicBezTo>
                  <a:pt x="337813" y="126530"/>
                  <a:pt x="332641" y="125939"/>
                  <a:pt x="318039" y="144179"/>
                </a:cubicBezTo>
                <a:cubicBezTo>
                  <a:pt x="304476" y="161143"/>
                  <a:pt x="289769" y="193652"/>
                  <a:pt x="284121" y="207787"/>
                </a:cubicBezTo>
                <a:cubicBezTo>
                  <a:pt x="281292" y="217684"/>
                  <a:pt x="275634" y="239172"/>
                  <a:pt x="275634" y="245954"/>
                </a:cubicBezTo>
                <a:cubicBezTo>
                  <a:pt x="275634" y="254441"/>
                  <a:pt x="271395" y="195071"/>
                  <a:pt x="275634" y="139941"/>
                </a:cubicBezTo>
                <a:cubicBezTo>
                  <a:pt x="279882" y="84810"/>
                  <a:pt x="279882" y="63607"/>
                  <a:pt x="275634" y="42405"/>
                </a:cubicBezTo>
                <a:cubicBezTo>
                  <a:pt x="271395" y="21202"/>
                  <a:pt x="258670" y="0"/>
                  <a:pt x="245954" y="4238"/>
                </a:cubicBezTo>
                <a:cubicBezTo>
                  <a:pt x="233229" y="8477"/>
                  <a:pt x="228990" y="38166"/>
                  <a:pt x="228990" y="63607"/>
                </a:cubicBezTo>
                <a:cubicBezTo>
                  <a:pt x="228990" y="77619"/>
                  <a:pt x="226418" y="107051"/>
                  <a:pt x="224113" y="133502"/>
                </a:cubicBezTo>
                <a:cubicBezTo>
                  <a:pt x="222218" y="155105"/>
                  <a:pt x="220513" y="174726"/>
                  <a:pt x="220513" y="182346"/>
                </a:cubicBezTo>
                <a:lnTo>
                  <a:pt x="220513" y="245954"/>
                </a:lnTo>
                <a:cubicBezTo>
                  <a:pt x="214855" y="251612"/>
                  <a:pt x="203549" y="259527"/>
                  <a:pt x="203549" y="245954"/>
                </a:cubicBezTo>
                <a:cubicBezTo>
                  <a:pt x="203549" y="238934"/>
                  <a:pt x="202815" y="219532"/>
                  <a:pt x="201968" y="196815"/>
                </a:cubicBezTo>
                <a:cubicBezTo>
                  <a:pt x="200758" y="164677"/>
                  <a:pt x="199310" y="125891"/>
                  <a:pt x="199310" y="106013"/>
                </a:cubicBezTo>
                <a:cubicBezTo>
                  <a:pt x="199310" y="72094"/>
                  <a:pt x="190823" y="16964"/>
                  <a:pt x="169621" y="12725"/>
                </a:cubicBezTo>
                <a:cubicBezTo>
                  <a:pt x="148418" y="8486"/>
                  <a:pt x="144179" y="29689"/>
                  <a:pt x="144179" y="46643"/>
                </a:cubicBezTo>
                <a:cubicBezTo>
                  <a:pt x="144179" y="55130"/>
                  <a:pt x="145237" y="86934"/>
                  <a:pt x="146294" y="118738"/>
                </a:cubicBezTo>
                <a:cubicBezTo>
                  <a:pt x="147361" y="150542"/>
                  <a:pt x="148418" y="182346"/>
                  <a:pt x="148418" y="190833"/>
                </a:cubicBezTo>
                <a:lnTo>
                  <a:pt x="148418" y="271405"/>
                </a:lnTo>
                <a:cubicBezTo>
                  <a:pt x="134283" y="269986"/>
                  <a:pt x="104317" y="261223"/>
                  <a:pt x="97536" y="237477"/>
                </a:cubicBezTo>
                <a:cubicBezTo>
                  <a:pt x="93449" y="223208"/>
                  <a:pt x="91335" y="216769"/>
                  <a:pt x="90239" y="210178"/>
                </a:cubicBezTo>
                <a:cubicBezTo>
                  <a:pt x="89049" y="203044"/>
                  <a:pt x="89049" y="195719"/>
                  <a:pt x="89049" y="178107"/>
                </a:cubicBezTo>
                <a:cubicBezTo>
                  <a:pt x="89049" y="144179"/>
                  <a:pt x="76323" y="122977"/>
                  <a:pt x="63607" y="118738"/>
                </a:cubicBezTo>
                <a:cubicBezTo>
                  <a:pt x="50882" y="114500"/>
                  <a:pt x="29679" y="118738"/>
                  <a:pt x="33918" y="139941"/>
                </a:cubicBezTo>
                <a:cubicBezTo>
                  <a:pt x="38166" y="161143"/>
                  <a:pt x="42405" y="182346"/>
                  <a:pt x="42405" y="207787"/>
                </a:cubicBezTo>
                <a:cubicBezTo>
                  <a:pt x="42405" y="214522"/>
                  <a:pt x="42110" y="220960"/>
                  <a:pt x="41824" y="227018"/>
                </a:cubicBezTo>
                <a:cubicBezTo>
                  <a:pt x="41052" y="243859"/>
                  <a:pt x="40405" y="257803"/>
                  <a:pt x="46643" y="267157"/>
                </a:cubicBezTo>
                <a:cubicBezTo>
                  <a:pt x="50206" y="272510"/>
                  <a:pt x="59026" y="277863"/>
                  <a:pt x="68360" y="283521"/>
                </a:cubicBezTo>
                <a:cubicBezTo>
                  <a:pt x="81219" y="291331"/>
                  <a:pt x="95078" y="299732"/>
                  <a:pt x="97536" y="309562"/>
                </a:cubicBezTo>
                <a:cubicBezTo>
                  <a:pt x="101774" y="326526"/>
                  <a:pt x="101774" y="368931"/>
                  <a:pt x="97536" y="390134"/>
                </a:cubicBezTo>
                <a:cubicBezTo>
                  <a:pt x="94135" y="407098"/>
                  <a:pt x="90458" y="416994"/>
                  <a:pt x="89049" y="419823"/>
                </a:cubicBezTo>
                <a:lnTo>
                  <a:pt x="63607" y="419823"/>
                </a:lnTo>
                <a:cubicBezTo>
                  <a:pt x="38166" y="441026"/>
                  <a:pt x="0" y="538562"/>
                  <a:pt x="12715" y="542801"/>
                </a:cubicBezTo>
                <a:cubicBezTo>
                  <a:pt x="18621" y="544772"/>
                  <a:pt x="32423" y="543982"/>
                  <a:pt x="46015" y="542410"/>
                </a:cubicBezTo>
                <a:lnTo>
                  <a:pt x="67846" y="538562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41660" y="3083661"/>
            <a:ext cx="453746" cy="544768"/>
          </a:xfrm>
          <a:custGeom>
            <a:avLst/>
            <a:gdLst/>
            <a:ahLst/>
            <a:cxnLst/>
            <a:rect l="0" t="0" r="0" b="0"/>
            <a:pathLst>
              <a:path w="453746" h="544768">
                <a:moveTo>
                  <a:pt x="67850" y="538559"/>
                </a:moveTo>
                <a:cubicBezTo>
                  <a:pt x="104602" y="531492"/>
                  <a:pt x="186587" y="517356"/>
                  <a:pt x="220512" y="517356"/>
                </a:cubicBezTo>
                <a:cubicBezTo>
                  <a:pt x="227447" y="517356"/>
                  <a:pt x="234723" y="517470"/>
                  <a:pt x="242135" y="517586"/>
                </a:cubicBezTo>
                <a:cubicBezTo>
                  <a:pt x="280042" y="518176"/>
                  <a:pt x="321514" y="518823"/>
                  <a:pt x="339249" y="504634"/>
                </a:cubicBezTo>
                <a:cubicBezTo>
                  <a:pt x="354282" y="492608"/>
                  <a:pt x="377842" y="467791"/>
                  <a:pt x="396326" y="448321"/>
                </a:cubicBezTo>
                <a:cubicBezTo>
                  <a:pt x="403913" y="440330"/>
                  <a:pt x="410644" y="433239"/>
                  <a:pt x="415580" y="428304"/>
                </a:cubicBezTo>
                <a:cubicBezTo>
                  <a:pt x="427998" y="415886"/>
                  <a:pt x="431325" y="398924"/>
                  <a:pt x="435544" y="377416"/>
                </a:cubicBezTo>
                <a:cubicBezTo>
                  <a:pt x="437088" y="369544"/>
                  <a:pt x="438752" y="361062"/>
                  <a:pt x="441024" y="351972"/>
                </a:cubicBezTo>
                <a:cubicBezTo>
                  <a:pt x="449505" y="318048"/>
                  <a:pt x="453746" y="292603"/>
                  <a:pt x="441024" y="288363"/>
                </a:cubicBezTo>
                <a:cubicBezTo>
                  <a:pt x="428302" y="284123"/>
                  <a:pt x="407099" y="288363"/>
                  <a:pt x="394377" y="318048"/>
                </a:cubicBezTo>
                <a:cubicBezTo>
                  <a:pt x="387460" y="334187"/>
                  <a:pt x="386811" y="345313"/>
                  <a:pt x="386296" y="354150"/>
                </a:cubicBezTo>
                <a:cubicBezTo>
                  <a:pt x="385864" y="361565"/>
                  <a:pt x="385525" y="367370"/>
                  <a:pt x="381656" y="373174"/>
                </a:cubicBezTo>
                <a:cubicBezTo>
                  <a:pt x="374870" y="383352"/>
                  <a:pt x="342076" y="402858"/>
                  <a:pt x="326527" y="411340"/>
                </a:cubicBezTo>
                <a:cubicBezTo>
                  <a:pt x="319459" y="395791"/>
                  <a:pt x="306172" y="356211"/>
                  <a:pt x="309565" y="322286"/>
                </a:cubicBezTo>
                <a:cubicBezTo>
                  <a:pt x="313806" y="279880"/>
                  <a:pt x="318046" y="254437"/>
                  <a:pt x="335009" y="237475"/>
                </a:cubicBezTo>
                <a:cubicBezTo>
                  <a:pt x="338248" y="234235"/>
                  <a:pt x="341024" y="231614"/>
                  <a:pt x="343394" y="229375"/>
                </a:cubicBezTo>
                <a:cubicBezTo>
                  <a:pt x="353436" y="219893"/>
                  <a:pt x="356211" y="217272"/>
                  <a:pt x="356211" y="203550"/>
                </a:cubicBezTo>
                <a:cubicBezTo>
                  <a:pt x="356211" y="189979"/>
                  <a:pt x="361866" y="175278"/>
                  <a:pt x="364693" y="169625"/>
                </a:cubicBezTo>
                <a:cubicBezTo>
                  <a:pt x="360452" y="193655"/>
                  <a:pt x="356211" y="244259"/>
                  <a:pt x="373174" y="254437"/>
                </a:cubicBezTo>
                <a:cubicBezTo>
                  <a:pt x="394377" y="267159"/>
                  <a:pt x="402858" y="237475"/>
                  <a:pt x="402858" y="220512"/>
                </a:cubicBezTo>
                <a:cubicBezTo>
                  <a:pt x="402858" y="206942"/>
                  <a:pt x="411340" y="178105"/>
                  <a:pt x="415580" y="165384"/>
                </a:cubicBezTo>
                <a:cubicBezTo>
                  <a:pt x="418408" y="155489"/>
                  <a:pt x="415580" y="134851"/>
                  <a:pt x="381656" y="131459"/>
                </a:cubicBezTo>
                <a:cubicBezTo>
                  <a:pt x="375735" y="130867"/>
                  <a:pt x="370558" y="130275"/>
                  <a:pt x="365987" y="129752"/>
                </a:cubicBezTo>
                <a:cubicBezTo>
                  <a:pt x="337817" y="126530"/>
                  <a:pt x="332640" y="125938"/>
                  <a:pt x="318046" y="144181"/>
                </a:cubicBezTo>
                <a:cubicBezTo>
                  <a:pt x="304476" y="161143"/>
                  <a:pt x="289775" y="193654"/>
                  <a:pt x="284121" y="207790"/>
                </a:cubicBezTo>
                <a:cubicBezTo>
                  <a:pt x="281294" y="217684"/>
                  <a:pt x="275640" y="239170"/>
                  <a:pt x="275640" y="245955"/>
                </a:cubicBezTo>
                <a:cubicBezTo>
                  <a:pt x="275640" y="254437"/>
                  <a:pt x="271399" y="195068"/>
                  <a:pt x="275640" y="139940"/>
                </a:cubicBezTo>
                <a:cubicBezTo>
                  <a:pt x="279881" y="84812"/>
                  <a:pt x="279881" y="63609"/>
                  <a:pt x="275640" y="42405"/>
                </a:cubicBezTo>
                <a:cubicBezTo>
                  <a:pt x="271399" y="21202"/>
                  <a:pt x="258677" y="0"/>
                  <a:pt x="245956" y="4240"/>
                </a:cubicBezTo>
                <a:cubicBezTo>
                  <a:pt x="233234" y="8480"/>
                  <a:pt x="228993" y="38166"/>
                  <a:pt x="228993" y="63609"/>
                </a:cubicBezTo>
                <a:cubicBezTo>
                  <a:pt x="228993" y="77616"/>
                  <a:pt x="226423" y="107046"/>
                  <a:pt x="224112" y="133502"/>
                </a:cubicBezTo>
                <a:cubicBezTo>
                  <a:pt x="222226" y="155103"/>
                  <a:pt x="220512" y="174723"/>
                  <a:pt x="220512" y="182347"/>
                </a:cubicBezTo>
                <a:lnTo>
                  <a:pt x="220512" y="245955"/>
                </a:lnTo>
                <a:cubicBezTo>
                  <a:pt x="214857" y="251609"/>
                  <a:pt x="203550" y="259524"/>
                  <a:pt x="203550" y="245955"/>
                </a:cubicBezTo>
                <a:cubicBezTo>
                  <a:pt x="203550" y="238929"/>
                  <a:pt x="202822" y="219535"/>
                  <a:pt x="201969" y="196814"/>
                </a:cubicBezTo>
                <a:cubicBezTo>
                  <a:pt x="200764" y="164679"/>
                  <a:pt x="199309" y="125888"/>
                  <a:pt x="199309" y="106016"/>
                </a:cubicBezTo>
                <a:cubicBezTo>
                  <a:pt x="199309" y="72091"/>
                  <a:pt x="190828" y="16963"/>
                  <a:pt x="169625" y="12722"/>
                </a:cubicBezTo>
                <a:cubicBezTo>
                  <a:pt x="148421" y="8481"/>
                  <a:pt x="144181" y="29684"/>
                  <a:pt x="144181" y="46647"/>
                </a:cubicBezTo>
                <a:cubicBezTo>
                  <a:pt x="144181" y="55128"/>
                  <a:pt x="145241" y="86934"/>
                  <a:pt x="146301" y="118739"/>
                </a:cubicBezTo>
                <a:cubicBezTo>
                  <a:pt x="147361" y="150543"/>
                  <a:pt x="148421" y="182347"/>
                  <a:pt x="148421" y="190828"/>
                </a:cubicBezTo>
                <a:lnTo>
                  <a:pt x="148421" y="271400"/>
                </a:lnTo>
                <a:cubicBezTo>
                  <a:pt x="134286" y="269986"/>
                  <a:pt x="104319" y="261222"/>
                  <a:pt x="97534" y="237475"/>
                </a:cubicBezTo>
                <a:cubicBezTo>
                  <a:pt x="93457" y="223203"/>
                  <a:pt x="91340" y="216773"/>
                  <a:pt x="90240" y="210174"/>
                </a:cubicBezTo>
                <a:cubicBezTo>
                  <a:pt x="89053" y="203046"/>
                  <a:pt x="89053" y="195721"/>
                  <a:pt x="89053" y="178106"/>
                </a:cubicBezTo>
                <a:cubicBezTo>
                  <a:pt x="89053" y="144181"/>
                  <a:pt x="76331" y="122978"/>
                  <a:pt x="63609" y="118738"/>
                </a:cubicBezTo>
                <a:cubicBezTo>
                  <a:pt x="50887" y="114497"/>
                  <a:pt x="29684" y="118736"/>
                  <a:pt x="33924" y="139940"/>
                </a:cubicBezTo>
                <a:cubicBezTo>
                  <a:pt x="38165" y="161142"/>
                  <a:pt x="42406" y="182348"/>
                  <a:pt x="42406" y="207790"/>
                </a:cubicBezTo>
                <a:cubicBezTo>
                  <a:pt x="42406" y="214522"/>
                  <a:pt x="42109" y="220957"/>
                  <a:pt x="41829" y="227017"/>
                </a:cubicBezTo>
                <a:cubicBezTo>
                  <a:pt x="41052" y="243860"/>
                  <a:pt x="40409" y="257804"/>
                  <a:pt x="46646" y="267159"/>
                </a:cubicBezTo>
                <a:cubicBezTo>
                  <a:pt x="50213" y="272508"/>
                  <a:pt x="59027" y="277858"/>
                  <a:pt x="68361" y="283522"/>
                </a:cubicBezTo>
                <a:cubicBezTo>
                  <a:pt x="81225" y="291329"/>
                  <a:pt x="95077" y="299735"/>
                  <a:pt x="97534" y="309565"/>
                </a:cubicBezTo>
                <a:cubicBezTo>
                  <a:pt x="101775" y="326528"/>
                  <a:pt x="101775" y="368935"/>
                  <a:pt x="97534" y="390137"/>
                </a:cubicBezTo>
                <a:cubicBezTo>
                  <a:pt x="94141" y="407099"/>
                  <a:pt x="90466" y="416994"/>
                  <a:pt x="89053" y="419821"/>
                </a:cubicBezTo>
                <a:lnTo>
                  <a:pt x="63609" y="419821"/>
                </a:lnTo>
                <a:cubicBezTo>
                  <a:pt x="38165" y="441025"/>
                  <a:pt x="0" y="538559"/>
                  <a:pt x="12722" y="542799"/>
                </a:cubicBezTo>
                <a:cubicBezTo>
                  <a:pt x="18626" y="544768"/>
                  <a:pt x="32429" y="543976"/>
                  <a:pt x="46014" y="542413"/>
                </a:cubicBezTo>
                <a:lnTo>
                  <a:pt x="67850" y="538559"/>
                </a:lnTo>
                <a:close/>
              </a:path>
            </a:pathLst>
          </a:custGeom>
          <a:noFill/>
          <a:ln w="4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513669" y="3015804"/>
            <a:ext cx="547039" cy="568242"/>
          </a:xfrm>
          <a:custGeom>
            <a:avLst/>
            <a:gdLst/>
            <a:ahLst/>
            <a:cxnLst/>
            <a:rect l="0" t="0" r="0" b="0"/>
            <a:pathLst>
              <a:path w="547039" h="568242">
                <a:moveTo>
                  <a:pt x="445265" y="568242"/>
                </a:moveTo>
                <a:cubicBezTo>
                  <a:pt x="422643" y="563994"/>
                  <a:pt x="369779" y="555517"/>
                  <a:pt x="339251" y="555517"/>
                </a:cubicBezTo>
                <a:cubicBezTo>
                  <a:pt x="327040" y="555517"/>
                  <a:pt x="316134" y="556383"/>
                  <a:pt x="306533" y="557145"/>
                </a:cubicBezTo>
                <a:cubicBezTo>
                  <a:pt x="306533" y="557145"/>
                  <a:pt x="281082" y="557145"/>
                  <a:pt x="262918" y="551278"/>
                </a:cubicBezTo>
                <a:cubicBezTo>
                  <a:pt x="239391" y="543667"/>
                  <a:pt x="228990" y="534314"/>
                  <a:pt x="203549" y="525827"/>
                </a:cubicBezTo>
                <a:cubicBezTo>
                  <a:pt x="189414" y="523008"/>
                  <a:pt x="173393" y="506987"/>
                  <a:pt x="152971" y="486565"/>
                </a:cubicBezTo>
                <a:cubicBezTo>
                  <a:pt x="142770" y="476354"/>
                  <a:pt x="131454" y="465048"/>
                  <a:pt x="118738" y="453742"/>
                </a:cubicBezTo>
                <a:cubicBezTo>
                  <a:pt x="91849" y="429834"/>
                  <a:pt x="71275" y="433301"/>
                  <a:pt x="55530" y="435949"/>
                </a:cubicBezTo>
                <a:cubicBezTo>
                  <a:pt x="52577" y="436445"/>
                  <a:pt x="39824" y="438254"/>
                  <a:pt x="33928" y="436778"/>
                </a:cubicBezTo>
                <a:cubicBezTo>
                  <a:pt x="21202" y="433597"/>
                  <a:pt x="0" y="424052"/>
                  <a:pt x="21202" y="390124"/>
                </a:cubicBezTo>
                <a:cubicBezTo>
                  <a:pt x="42405" y="356206"/>
                  <a:pt x="110251" y="373160"/>
                  <a:pt x="118738" y="377409"/>
                </a:cubicBezTo>
                <a:cubicBezTo>
                  <a:pt x="120967" y="378523"/>
                  <a:pt x="124377" y="381990"/>
                  <a:pt x="128654" y="386343"/>
                </a:cubicBezTo>
                <a:cubicBezTo>
                  <a:pt x="140617" y="398516"/>
                  <a:pt x="159362" y="417585"/>
                  <a:pt x="178107" y="411337"/>
                </a:cubicBezTo>
                <a:cubicBezTo>
                  <a:pt x="201710" y="403469"/>
                  <a:pt x="207063" y="359092"/>
                  <a:pt x="211102" y="325631"/>
                </a:cubicBezTo>
                <a:cubicBezTo>
                  <a:pt x="211416" y="323030"/>
                  <a:pt x="211721" y="320487"/>
                  <a:pt x="212026" y="318039"/>
                </a:cubicBezTo>
                <a:cubicBezTo>
                  <a:pt x="213655" y="305028"/>
                  <a:pt x="216531" y="293265"/>
                  <a:pt x="219217" y="282273"/>
                </a:cubicBezTo>
                <a:cubicBezTo>
                  <a:pt x="223532" y="264604"/>
                  <a:pt x="227361" y="248916"/>
                  <a:pt x="224751" y="233229"/>
                </a:cubicBezTo>
                <a:cubicBezTo>
                  <a:pt x="220513" y="207787"/>
                  <a:pt x="203549" y="186585"/>
                  <a:pt x="190823" y="182346"/>
                </a:cubicBezTo>
                <a:cubicBezTo>
                  <a:pt x="190823" y="182346"/>
                  <a:pt x="171440" y="185242"/>
                  <a:pt x="161143" y="182346"/>
                </a:cubicBezTo>
                <a:cubicBezTo>
                  <a:pt x="156905" y="181146"/>
                  <a:pt x="152504" y="185137"/>
                  <a:pt x="149704" y="198062"/>
                </a:cubicBezTo>
                <a:cubicBezTo>
                  <a:pt x="147113" y="210045"/>
                  <a:pt x="143856" y="225075"/>
                  <a:pt x="135702" y="233229"/>
                </a:cubicBezTo>
                <a:cubicBezTo>
                  <a:pt x="118738" y="250193"/>
                  <a:pt x="106013" y="250193"/>
                  <a:pt x="97535" y="237467"/>
                </a:cubicBezTo>
                <a:cubicBezTo>
                  <a:pt x="92211" y="229485"/>
                  <a:pt x="96907" y="209807"/>
                  <a:pt x="101145" y="192062"/>
                </a:cubicBezTo>
                <a:cubicBezTo>
                  <a:pt x="103660" y="181536"/>
                  <a:pt x="106013" y="171697"/>
                  <a:pt x="106013" y="165382"/>
                </a:cubicBezTo>
                <a:cubicBezTo>
                  <a:pt x="106013" y="148418"/>
                  <a:pt x="110251" y="127215"/>
                  <a:pt x="144179" y="127215"/>
                </a:cubicBezTo>
                <a:cubicBezTo>
                  <a:pt x="152533" y="127215"/>
                  <a:pt x="161915" y="126701"/>
                  <a:pt x="171440" y="126177"/>
                </a:cubicBezTo>
                <a:cubicBezTo>
                  <a:pt x="200596" y="124586"/>
                  <a:pt x="231076" y="122910"/>
                  <a:pt x="237477" y="135693"/>
                </a:cubicBezTo>
                <a:cubicBezTo>
                  <a:pt x="239115" y="138979"/>
                  <a:pt x="241868" y="144179"/>
                  <a:pt x="245249" y="150542"/>
                </a:cubicBezTo>
                <a:cubicBezTo>
                  <a:pt x="259308" y="177041"/>
                  <a:pt x="284121" y="223799"/>
                  <a:pt x="284121" y="237467"/>
                </a:cubicBezTo>
                <a:cubicBezTo>
                  <a:pt x="284121" y="254431"/>
                  <a:pt x="296846" y="195062"/>
                  <a:pt x="296846" y="169621"/>
                </a:cubicBezTo>
                <a:cubicBezTo>
                  <a:pt x="296846" y="164010"/>
                  <a:pt x="297256" y="158410"/>
                  <a:pt x="297665" y="152752"/>
                </a:cubicBezTo>
                <a:cubicBezTo>
                  <a:pt x="299142" y="132759"/>
                  <a:pt x="300647" y="112194"/>
                  <a:pt x="284121" y="89049"/>
                </a:cubicBezTo>
                <a:cubicBezTo>
                  <a:pt x="262918" y="59369"/>
                  <a:pt x="258679" y="33918"/>
                  <a:pt x="262918" y="16964"/>
                </a:cubicBezTo>
                <a:cubicBezTo>
                  <a:pt x="267157" y="0"/>
                  <a:pt x="292598" y="0"/>
                  <a:pt x="301085" y="16964"/>
                </a:cubicBezTo>
                <a:cubicBezTo>
                  <a:pt x="304152" y="23098"/>
                  <a:pt x="312781" y="34804"/>
                  <a:pt x="322545" y="48034"/>
                </a:cubicBezTo>
                <a:cubicBezTo>
                  <a:pt x="339737" y="71351"/>
                  <a:pt x="360454" y="99431"/>
                  <a:pt x="360454" y="110251"/>
                </a:cubicBezTo>
                <a:cubicBezTo>
                  <a:pt x="360454" y="127215"/>
                  <a:pt x="351967" y="216265"/>
                  <a:pt x="343490" y="245954"/>
                </a:cubicBezTo>
                <a:cubicBezTo>
                  <a:pt x="336699" y="269700"/>
                  <a:pt x="339251" y="262918"/>
                  <a:pt x="339251" y="262918"/>
                </a:cubicBezTo>
                <a:cubicBezTo>
                  <a:pt x="360454" y="241715"/>
                  <a:pt x="396068" y="204396"/>
                  <a:pt x="402859" y="190823"/>
                </a:cubicBezTo>
                <a:cubicBezTo>
                  <a:pt x="409927" y="173859"/>
                  <a:pt x="424910" y="133997"/>
                  <a:pt x="428301" y="110251"/>
                </a:cubicBezTo>
                <a:cubicBezTo>
                  <a:pt x="432539" y="80571"/>
                  <a:pt x="457981" y="63607"/>
                  <a:pt x="470706" y="67846"/>
                </a:cubicBezTo>
                <a:cubicBezTo>
                  <a:pt x="483431" y="72085"/>
                  <a:pt x="487670" y="80571"/>
                  <a:pt x="487670" y="93287"/>
                </a:cubicBezTo>
                <a:cubicBezTo>
                  <a:pt x="487670" y="102831"/>
                  <a:pt x="473354" y="143379"/>
                  <a:pt x="462619" y="173793"/>
                </a:cubicBezTo>
                <a:cubicBezTo>
                  <a:pt x="459047" y="183937"/>
                  <a:pt x="455866" y="192947"/>
                  <a:pt x="453742" y="199310"/>
                </a:cubicBezTo>
                <a:cubicBezTo>
                  <a:pt x="445265" y="224751"/>
                  <a:pt x="428301" y="254431"/>
                  <a:pt x="385895" y="284121"/>
                </a:cubicBezTo>
                <a:cubicBezTo>
                  <a:pt x="343490" y="313801"/>
                  <a:pt x="466467" y="245954"/>
                  <a:pt x="474945" y="216265"/>
                </a:cubicBezTo>
                <a:cubicBezTo>
                  <a:pt x="483431" y="186585"/>
                  <a:pt x="508873" y="156905"/>
                  <a:pt x="521598" y="152657"/>
                </a:cubicBezTo>
                <a:cubicBezTo>
                  <a:pt x="534314" y="148418"/>
                  <a:pt x="547039" y="155514"/>
                  <a:pt x="547039" y="165382"/>
                </a:cubicBezTo>
                <a:cubicBezTo>
                  <a:pt x="547039" y="173859"/>
                  <a:pt x="538553" y="203549"/>
                  <a:pt x="517350" y="233229"/>
                </a:cubicBezTo>
                <a:cubicBezTo>
                  <a:pt x="510806" y="242401"/>
                  <a:pt x="506272" y="249554"/>
                  <a:pt x="502396" y="255679"/>
                </a:cubicBezTo>
                <a:cubicBezTo>
                  <a:pt x="493718" y="269366"/>
                  <a:pt x="488289" y="277949"/>
                  <a:pt x="470706" y="292598"/>
                </a:cubicBezTo>
                <a:cubicBezTo>
                  <a:pt x="450351" y="309562"/>
                  <a:pt x="419823" y="330765"/>
                  <a:pt x="407098" y="339251"/>
                </a:cubicBezTo>
                <a:cubicBezTo>
                  <a:pt x="405688" y="359035"/>
                  <a:pt x="401164" y="404555"/>
                  <a:pt x="394373" y="428301"/>
                </a:cubicBezTo>
                <a:cubicBezTo>
                  <a:pt x="394373" y="431130"/>
                  <a:pt x="406174" y="439712"/>
                  <a:pt x="429920" y="436321"/>
                </a:cubicBezTo>
                <a:cubicBezTo>
                  <a:pt x="441226" y="470201"/>
                  <a:pt x="455228" y="524027"/>
                  <a:pt x="449503" y="555517"/>
                </a:cubicBezTo>
                <a:cubicBezTo>
                  <a:pt x="448675" y="560060"/>
                  <a:pt x="447017" y="565137"/>
                  <a:pt x="445265" y="568242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513668" y="3015802"/>
            <a:ext cx="547039" cy="568239"/>
          </a:xfrm>
          <a:custGeom>
            <a:avLst/>
            <a:gdLst/>
            <a:ahLst/>
            <a:cxnLst/>
            <a:rect l="0" t="0" r="0" b="0"/>
            <a:pathLst>
              <a:path w="547039" h="568239">
                <a:moveTo>
                  <a:pt x="445264" y="568239"/>
                </a:moveTo>
                <a:cubicBezTo>
                  <a:pt x="422648" y="563999"/>
                  <a:pt x="369781" y="555517"/>
                  <a:pt x="339249" y="555517"/>
                </a:cubicBezTo>
                <a:cubicBezTo>
                  <a:pt x="327043" y="555517"/>
                  <a:pt x="316139" y="556385"/>
                  <a:pt x="306536" y="557149"/>
                </a:cubicBezTo>
                <a:cubicBezTo>
                  <a:pt x="306536" y="557149"/>
                  <a:pt x="281080" y="557149"/>
                  <a:pt x="262917" y="551277"/>
                </a:cubicBezTo>
                <a:cubicBezTo>
                  <a:pt x="239391" y="543671"/>
                  <a:pt x="228993" y="534317"/>
                  <a:pt x="203549" y="525833"/>
                </a:cubicBezTo>
                <a:cubicBezTo>
                  <a:pt x="189413" y="523006"/>
                  <a:pt x="173393" y="506986"/>
                  <a:pt x="152975" y="486568"/>
                </a:cubicBezTo>
                <a:cubicBezTo>
                  <a:pt x="142767" y="476359"/>
                  <a:pt x="131458" y="465051"/>
                  <a:pt x="118736" y="453743"/>
                </a:cubicBezTo>
                <a:cubicBezTo>
                  <a:pt x="91847" y="429841"/>
                  <a:pt x="71273" y="433304"/>
                  <a:pt x="55530" y="435954"/>
                </a:cubicBezTo>
                <a:cubicBezTo>
                  <a:pt x="52583" y="436450"/>
                  <a:pt x="39824" y="438258"/>
                  <a:pt x="33924" y="436783"/>
                </a:cubicBezTo>
                <a:cubicBezTo>
                  <a:pt x="21202" y="433603"/>
                  <a:pt x="0" y="424054"/>
                  <a:pt x="21202" y="390129"/>
                </a:cubicBezTo>
                <a:cubicBezTo>
                  <a:pt x="42405" y="356205"/>
                  <a:pt x="110256" y="373167"/>
                  <a:pt x="118736" y="377407"/>
                </a:cubicBezTo>
                <a:cubicBezTo>
                  <a:pt x="120969" y="378524"/>
                  <a:pt x="124378" y="381992"/>
                  <a:pt x="128653" y="386342"/>
                </a:cubicBezTo>
                <a:cubicBezTo>
                  <a:pt x="140615" y="398514"/>
                  <a:pt x="159360" y="417588"/>
                  <a:pt x="178105" y="411339"/>
                </a:cubicBezTo>
                <a:cubicBezTo>
                  <a:pt x="201713" y="403470"/>
                  <a:pt x="207067" y="359093"/>
                  <a:pt x="211104" y="325631"/>
                </a:cubicBezTo>
                <a:cubicBezTo>
                  <a:pt x="211418" y="323029"/>
                  <a:pt x="211724" y="320494"/>
                  <a:pt x="212030" y="318046"/>
                </a:cubicBezTo>
                <a:cubicBezTo>
                  <a:pt x="213657" y="305034"/>
                  <a:pt x="216531" y="293270"/>
                  <a:pt x="219217" y="282276"/>
                </a:cubicBezTo>
                <a:cubicBezTo>
                  <a:pt x="223534" y="264604"/>
                  <a:pt x="227366" y="248919"/>
                  <a:pt x="224752" y="233233"/>
                </a:cubicBezTo>
                <a:cubicBezTo>
                  <a:pt x="220511" y="207790"/>
                  <a:pt x="203549" y="186587"/>
                  <a:pt x="190827" y="182346"/>
                </a:cubicBezTo>
                <a:cubicBezTo>
                  <a:pt x="190827" y="182346"/>
                  <a:pt x="171437" y="185247"/>
                  <a:pt x="161143" y="182346"/>
                </a:cubicBezTo>
                <a:cubicBezTo>
                  <a:pt x="156902" y="181151"/>
                  <a:pt x="152506" y="185134"/>
                  <a:pt x="149706" y="198067"/>
                </a:cubicBezTo>
                <a:cubicBezTo>
                  <a:pt x="147111" y="210051"/>
                  <a:pt x="143857" y="225077"/>
                  <a:pt x="135699" y="233233"/>
                </a:cubicBezTo>
                <a:cubicBezTo>
                  <a:pt x="118736" y="250193"/>
                  <a:pt x="106014" y="250196"/>
                  <a:pt x="97534" y="237474"/>
                </a:cubicBezTo>
                <a:cubicBezTo>
                  <a:pt x="92209" y="229488"/>
                  <a:pt x="96911" y="209806"/>
                  <a:pt x="101150" y="192063"/>
                </a:cubicBezTo>
                <a:cubicBezTo>
                  <a:pt x="103664" y="181539"/>
                  <a:pt x="106014" y="171698"/>
                  <a:pt x="106014" y="165383"/>
                </a:cubicBezTo>
                <a:cubicBezTo>
                  <a:pt x="106014" y="148421"/>
                  <a:pt x="110255" y="127218"/>
                  <a:pt x="144180" y="127218"/>
                </a:cubicBezTo>
                <a:cubicBezTo>
                  <a:pt x="152533" y="127218"/>
                  <a:pt x="161914" y="126704"/>
                  <a:pt x="171437" y="126182"/>
                </a:cubicBezTo>
                <a:cubicBezTo>
                  <a:pt x="200592" y="124584"/>
                  <a:pt x="231081" y="122914"/>
                  <a:pt x="237474" y="135699"/>
                </a:cubicBezTo>
                <a:cubicBezTo>
                  <a:pt x="239117" y="138985"/>
                  <a:pt x="241873" y="144181"/>
                  <a:pt x="245251" y="150546"/>
                </a:cubicBezTo>
                <a:cubicBezTo>
                  <a:pt x="259309" y="177039"/>
                  <a:pt x="284120" y="223797"/>
                  <a:pt x="284120" y="237474"/>
                </a:cubicBezTo>
                <a:cubicBezTo>
                  <a:pt x="284120" y="254437"/>
                  <a:pt x="296842" y="195068"/>
                  <a:pt x="296842" y="169624"/>
                </a:cubicBezTo>
                <a:cubicBezTo>
                  <a:pt x="296842" y="164016"/>
                  <a:pt x="297254" y="158407"/>
                  <a:pt x="297670" y="152754"/>
                </a:cubicBezTo>
                <a:cubicBezTo>
                  <a:pt x="299139" y="132758"/>
                  <a:pt x="300650" y="112194"/>
                  <a:pt x="284120" y="89053"/>
                </a:cubicBezTo>
                <a:cubicBezTo>
                  <a:pt x="262917" y="59368"/>
                  <a:pt x="258677" y="33924"/>
                  <a:pt x="262917" y="16962"/>
                </a:cubicBezTo>
                <a:cubicBezTo>
                  <a:pt x="267158" y="0"/>
                  <a:pt x="292602" y="0"/>
                  <a:pt x="301083" y="16962"/>
                </a:cubicBezTo>
                <a:cubicBezTo>
                  <a:pt x="304154" y="23104"/>
                  <a:pt x="312783" y="34803"/>
                  <a:pt x="322543" y="48037"/>
                </a:cubicBezTo>
                <a:cubicBezTo>
                  <a:pt x="339741" y="71355"/>
                  <a:pt x="360452" y="99434"/>
                  <a:pt x="360452" y="110256"/>
                </a:cubicBezTo>
                <a:cubicBezTo>
                  <a:pt x="360452" y="127218"/>
                  <a:pt x="351970" y="216271"/>
                  <a:pt x="343489" y="245955"/>
                </a:cubicBezTo>
                <a:cubicBezTo>
                  <a:pt x="336704" y="269703"/>
                  <a:pt x="339249" y="262918"/>
                  <a:pt x="339249" y="262918"/>
                </a:cubicBezTo>
                <a:cubicBezTo>
                  <a:pt x="360452" y="241715"/>
                  <a:pt x="396073" y="204398"/>
                  <a:pt x="402858" y="190828"/>
                </a:cubicBezTo>
                <a:cubicBezTo>
                  <a:pt x="409926" y="173865"/>
                  <a:pt x="424909" y="134003"/>
                  <a:pt x="428301" y="110256"/>
                </a:cubicBezTo>
                <a:cubicBezTo>
                  <a:pt x="432542" y="80571"/>
                  <a:pt x="457986" y="63609"/>
                  <a:pt x="470708" y="67849"/>
                </a:cubicBezTo>
                <a:cubicBezTo>
                  <a:pt x="483430" y="72090"/>
                  <a:pt x="487670" y="80571"/>
                  <a:pt x="487670" y="93293"/>
                </a:cubicBezTo>
                <a:cubicBezTo>
                  <a:pt x="487670" y="102834"/>
                  <a:pt x="473358" y="143385"/>
                  <a:pt x="462624" y="173799"/>
                </a:cubicBezTo>
                <a:cubicBezTo>
                  <a:pt x="459046" y="183936"/>
                  <a:pt x="455866" y="192948"/>
                  <a:pt x="453745" y="199309"/>
                </a:cubicBezTo>
                <a:cubicBezTo>
                  <a:pt x="445264" y="224752"/>
                  <a:pt x="428301" y="254437"/>
                  <a:pt x="385896" y="284121"/>
                </a:cubicBezTo>
                <a:cubicBezTo>
                  <a:pt x="343489" y="313805"/>
                  <a:pt x="466467" y="245955"/>
                  <a:pt x="474948" y="216271"/>
                </a:cubicBezTo>
                <a:cubicBezTo>
                  <a:pt x="483430" y="186587"/>
                  <a:pt x="508873" y="156903"/>
                  <a:pt x="521595" y="152662"/>
                </a:cubicBezTo>
                <a:cubicBezTo>
                  <a:pt x="534317" y="148421"/>
                  <a:pt x="547039" y="155518"/>
                  <a:pt x="547039" y="165383"/>
                </a:cubicBezTo>
                <a:cubicBezTo>
                  <a:pt x="547039" y="173865"/>
                  <a:pt x="538557" y="203549"/>
                  <a:pt x="517355" y="233233"/>
                </a:cubicBezTo>
                <a:cubicBezTo>
                  <a:pt x="510804" y="242405"/>
                  <a:pt x="506276" y="249553"/>
                  <a:pt x="502398" y="255677"/>
                </a:cubicBezTo>
                <a:cubicBezTo>
                  <a:pt x="493722" y="269373"/>
                  <a:pt x="488290" y="277950"/>
                  <a:pt x="470708" y="292602"/>
                </a:cubicBezTo>
                <a:cubicBezTo>
                  <a:pt x="450353" y="309564"/>
                  <a:pt x="419821" y="330768"/>
                  <a:pt x="407099" y="339249"/>
                </a:cubicBezTo>
                <a:cubicBezTo>
                  <a:pt x="405685" y="359039"/>
                  <a:pt x="401162" y="404554"/>
                  <a:pt x="394376" y="428302"/>
                </a:cubicBezTo>
                <a:cubicBezTo>
                  <a:pt x="394376" y="431129"/>
                  <a:pt x="406174" y="439712"/>
                  <a:pt x="429922" y="436320"/>
                </a:cubicBezTo>
                <a:cubicBezTo>
                  <a:pt x="441229" y="470202"/>
                  <a:pt x="455230" y="524033"/>
                  <a:pt x="449505" y="555521"/>
                </a:cubicBezTo>
                <a:cubicBezTo>
                  <a:pt x="448680" y="560059"/>
                  <a:pt x="447021" y="565135"/>
                  <a:pt x="445264" y="568239"/>
                </a:cubicBezTo>
                <a:close/>
              </a:path>
            </a:pathLst>
          </a:custGeom>
          <a:noFill/>
          <a:ln w="4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21147" y="3474640"/>
            <a:ext cx="298256" cy="240868"/>
          </a:xfrm>
          <a:custGeom>
            <a:avLst/>
            <a:gdLst/>
            <a:ahLst/>
            <a:cxnLst/>
            <a:rect l="0" t="0" r="0" b="0"/>
            <a:pathLst>
              <a:path w="298256" h="240868">
                <a:moveTo>
                  <a:pt x="0" y="16116"/>
                </a:moveTo>
                <a:lnTo>
                  <a:pt x="0" y="240868"/>
                </a:lnTo>
                <a:cubicBezTo>
                  <a:pt x="67846" y="232390"/>
                  <a:pt x="206092" y="212036"/>
                  <a:pt x="250193" y="198462"/>
                </a:cubicBezTo>
                <a:cubicBezTo>
                  <a:pt x="294303" y="184899"/>
                  <a:pt x="296846" y="158886"/>
                  <a:pt x="292598" y="147580"/>
                </a:cubicBezTo>
                <a:cubicBezTo>
                  <a:pt x="277053" y="150399"/>
                  <a:pt x="243411" y="155209"/>
                  <a:pt x="233229" y="151818"/>
                </a:cubicBezTo>
                <a:cubicBezTo>
                  <a:pt x="220513" y="147580"/>
                  <a:pt x="258679" y="50044"/>
                  <a:pt x="284121" y="28841"/>
                </a:cubicBezTo>
                <a:cubicBezTo>
                  <a:pt x="287512" y="25450"/>
                  <a:pt x="294017" y="18945"/>
                  <a:pt x="296846" y="16116"/>
                </a:cubicBezTo>
                <a:cubicBezTo>
                  <a:pt x="298256" y="10467"/>
                  <a:pt x="293446" y="0"/>
                  <a:pt x="262918" y="3400"/>
                </a:cubicBezTo>
                <a:cubicBezTo>
                  <a:pt x="224751" y="7639"/>
                  <a:pt x="127215" y="20354"/>
                  <a:pt x="0" y="16116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21147" y="3474643"/>
            <a:ext cx="298257" cy="240867"/>
          </a:xfrm>
          <a:custGeom>
            <a:avLst/>
            <a:gdLst/>
            <a:ahLst/>
            <a:cxnLst/>
            <a:rect l="0" t="0" r="0" b="0"/>
            <a:pathLst>
              <a:path w="298257" h="240867">
                <a:moveTo>
                  <a:pt x="0" y="16114"/>
                </a:moveTo>
                <a:lnTo>
                  <a:pt x="0" y="240867"/>
                </a:lnTo>
                <a:cubicBezTo>
                  <a:pt x="67849" y="232386"/>
                  <a:pt x="206094" y="212031"/>
                  <a:pt x="250196" y="198461"/>
                </a:cubicBezTo>
                <a:cubicBezTo>
                  <a:pt x="294298" y="184891"/>
                  <a:pt x="296843" y="158882"/>
                  <a:pt x="292602" y="147573"/>
                </a:cubicBezTo>
                <a:cubicBezTo>
                  <a:pt x="277053" y="150400"/>
                  <a:pt x="243411" y="155207"/>
                  <a:pt x="233233" y="151814"/>
                </a:cubicBezTo>
                <a:cubicBezTo>
                  <a:pt x="220512" y="147573"/>
                  <a:pt x="258677" y="50039"/>
                  <a:pt x="284121" y="28836"/>
                </a:cubicBezTo>
                <a:cubicBezTo>
                  <a:pt x="287514" y="25444"/>
                  <a:pt x="294016" y="18941"/>
                  <a:pt x="296843" y="16114"/>
                </a:cubicBezTo>
                <a:cubicBezTo>
                  <a:pt x="298257" y="10460"/>
                  <a:pt x="293450" y="0"/>
                  <a:pt x="262918" y="3392"/>
                </a:cubicBezTo>
                <a:cubicBezTo>
                  <a:pt x="224752" y="7633"/>
                  <a:pt x="127218" y="20354"/>
                  <a:pt x="0" y="16114"/>
                </a:cubicBezTo>
                <a:close/>
              </a:path>
            </a:pathLst>
          </a:custGeom>
          <a:noFill/>
          <a:ln w="4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24162" y="3422916"/>
            <a:ext cx="323135" cy="228990"/>
          </a:xfrm>
          <a:custGeom>
            <a:avLst/>
            <a:gdLst/>
            <a:ahLst/>
            <a:cxnLst/>
            <a:rect l="0" t="0" r="0" b="0"/>
            <a:pathLst>
              <a:path w="323135" h="228990">
                <a:moveTo>
                  <a:pt x="13573" y="12725"/>
                </a:moveTo>
                <a:cubicBezTo>
                  <a:pt x="24879" y="42405"/>
                  <a:pt x="45796" y="111099"/>
                  <a:pt x="39014" y="148418"/>
                </a:cubicBezTo>
                <a:cubicBezTo>
                  <a:pt x="37995" y="154000"/>
                  <a:pt x="36204" y="158572"/>
                  <a:pt x="34766" y="161143"/>
                </a:cubicBezTo>
                <a:cubicBezTo>
                  <a:pt x="22412" y="158715"/>
                  <a:pt x="0" y="155333"/>
                  <a:pt x="0" y="155333"/>
                </a:cubicBezTo>
                <a:cubicBezTo>
                  <a:pt x="7067" y="169468"/>
                  <a:pt x="29679" y="216274"/>
                  <a:pt x="60217" y="216274"/>
                </a:cubicBezTo>
                <a:cubicBezTo>
                  <a:pt x="98383" y="216274"/>
                  <a:pt x="276491" y="228990"/>
                  <a:pt x="323135" y="228990"/>
                </a:cubicBezTo>
                <a:lnTo>
                  <a:pt x="323135" y="0"/>
                </a:lnTo>
                <a:cubicBezTo>
                  <a:pt x="277901" y="4238"/>
                  <a:pt x="173869" y="12725"/>
                  <a:pt x="119586" y="12725"/>
                </a:cubicBezTo>
                <a:cubicBezTo>
                  <a:pt x="51739" y="12725"/>
                  <a:pt x="55978" y="8477"/>
                  <a:pt x="34775" y="4238"/>
                </a:cubicBezTo>
                <a:cubicBezTo>
                  <a:pt x="17811" y="847"/>
                  <a:pt x="13573" y="8477"/>
                  <a:pt x="13573" y="1272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24162" y="3422916"/>
            <a:ext cx="323134" cy="228993"/>
          </a:xfrm>
          <a:custGeom>
            <a:avLst/>
            <a:gdLst/>
            <a:ahLst/>
            <a:cxnLst/>
            <a:rect l="0" t="0" r="0" b="0"/>
            <a:pathLst>
              <a:path w="323134" h="228993">
                <a:moveTo>
                  <a:pt x="13570" y="12722"/>
                </a:moveTo>
                <a:cubicBezTo>
                  <a:pt x="24878" y="42406"/>
                  <a:pt x="45798" y="111104"/>
                  <a:pt x="39013" y="148421"/>
                </a:cubicBezTo>
                <a:cubicBezTo>
                  <a:pt x="37999" y="153999"/>
                  <a:pt x="36201" y="158573"/>
                  <a:pt x="34769" y="161147"/>
                </a:cubicBezTo>
                <a:cubicBezTo>
                  <a:pt x="22417" y="158713"/>
                  <a:pt x="0" y="155336"/>
                  <a:pt x="0" y="155336"/>
                </a:cubicBezTo>
                <a:cubicBezTo>
                  <a:pt x="7067" y="169471"/>
                  <a:pt x="29684" y="216271"/>
                  <a:pt x="60216" y="216271"/>
                </a:cubicBezTo>
                <a:cubicBezTo>
                  <a:pt x="98382" y="216271"/>
                  <a:pt x="276488" y="228993"/>
                  <a:pt x="323134" y="228993"/>
                </a:cubicBezTo>
                <a:lnTo>
                  <a:pt x="323134" y="0"/>
                </a:lnTo>
                <a:cubicBezTo>
                  <a:pt x="277901" y="4240"/>
                  <a:pt x="173865" y="12722"/>
                  <a:pt x="119585" y="12722"/>
                </a:cubicBezTo>
                <a:cubicBezTo>
                  <a:pt x="51735" y="12722"/>
                  <a:pt x="55975" y="8481"/>
                  <a:pt x="34772" y="4240"/>
                </a:cubicBezTo>
                <a:cubicBezTo>
                  <a:pt x="17810" y="848"/>
                  <a:pt x="13570" y="8481"/>
                  <a:pt x="13570" y="12722"/>
                </a:cubicBezTo>
                <a:close/>
              </a:path>
            </a:pathLst>
          </a:custGeom>
          <a:noFill/>
          <a:ln w="4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579822" y="3870299"/>
            <a:ext cx="500395" cy="614714"/>
          </a:xfrm>
          <a:custGeom>
            <a:avLst/>
            <a:gdLst/>
            <a:ahLst/>
            <a:cxnLst/>
            <a:rect l="0" t="0" r="0" b="0"/>
            <a:pathLst>
              <a:path w="500395" h="614714">
                <a:moveTo>
                  <a:pt x="55130" y="463600"/>
                </a:moveTo>
                <a:cubicBezTo>
                  <a:pt x="76333" y="467839"/>
                  <a:pt x="80571" y="450875"/>
                  <a:pt x="84810" y="421195"/>
                </a:cubicBezTo>
                <a:cubicBezTo>
                  <a:pt x="87439" y="402812"/>
                  <a:pt x="85182" y="364902"/>
                  <a:pt x="83086" y="329650"/>
                </a:cubicBezTo>
                <a:cubicBezTo>
                  <a:pt x="82181" y="314325"/>
                  <a:pt x="80972" y="298942"/>
                  <a:pt x="79752" y="283530"/>
                </a:cubicBezTo>
                <a:cubicBezTo>
                  <a:pt x="77304" y="252355"/>
                  <a:pt x="74837" y="221084"/>
                  <a:pt x="74837" y="190080"/>
                </a:cubicBezTo>
                <a:cubicBezTo>
                  <a:pt x="74837" y="133035"/>
                  <a:pt x="76981" y="89782"/>
                  <a:pt x="118738" y="48015"/>
                </a:cubicBezTo>
                <a:cubicBezTo>
                  <a:pt x="132302" y="34451"/>
                  <a:pt x="144179" y="45196"/>
                  <a:pt x="148418" y="52263"/>
                </a:cubicBezTo>
                <a:cubicBezTo>
                  <a:pt x="147008" y="48015"/>
                  <a:pt x="155276" y="37214"/>
                  <a:pt x="166087" y="39404"/>
                </a:cubicBezTo>
                <a:cubicBezTo>
                  <a:pt x="181546" y="42529"/>
                  <a:pt x="187671" y="59845"/>
                  <a:pt x="193671" y="76809"/>
                </a:cubicBezTo>
                <a:cubicBezTo>
                  <a:pt x="195033" y="80638"/>
                  <a:pt x="196376" y="84458"/>
                  <a:pt x="197824" y="88087"/>
                </a:cubicBezTo>
                <a:cubicBezTo>
                  <a:pt x="209578" y="73066"/>
                  <a:pt x="234781" y="36175"/>
                  <a:pt x="243859" y="18554"/>
                </a:cubicBezTo>
                <a:cubicBezTo>
                  <a:pt x="252926" y="933"/>
                  <a:pt x="262918" y="0"/>
                  <a:pt x="275643" y="4238"/>
                </a:cubicBezTo>
                <a:cubicBezTo>
                  <a:pt x="285816" y="7639"/>
                  <a:pt x="291036" y="24355"/>
                  <a:pt x="291036" y="32089"/>
                </a:cubicBezTo>
                <a:cubicBezTo>
                  <a:pt x="314229" y="30289"/>
                  <a:pt x="316220" y="48796"/>
                  <a:pt x="318763" y="72542"/>
                </a:cubicBezTo>
                <a:cubicBezTo>
                  <a:pt x="320116" y="85058"/>
                  <a:pt x="321611" y="99021"/>
                  <a:pt x="326450" y="112233"/>
                </a:cubicBezTo>
                <a:cubicBezTo>
                  <a:pt x="343661" y="159200"/>
                  <a:pt x="335803" y="215541"/>
                  <a:pt x="328288" y="269357"/>
                </a:cubicBezTo>
                <a:cubicBezTo>
                  <a:pt x="325040" y="292646"/>
                  <a:pt x="321849" y="315458"/>
                  <a:pt x="320792" y="336832"/>
                </a:cubicBezTo>
                <a:cubicBezTo>
                  <a:pt x="318820" y="376818"/>
                  <a:pt x="316239" y="429072"/>
                  <a:pt x="322287" y="438159"/>
                </a:cubicBezTo>
                <a:cubicBezTo>
                  <a:pt x="330012" y="449751"/>
                  <a:pt x="355349" y="419090"/>
                  <a:pt x="375827" y="394306"/>
                </a:cubicBezTo>
                <a:cubicBezTo>
                  <a:pt x="377818" y="391887"/>
                  <a:pt x="379771" y="389524"/>
                  <a:pt x="381657" y="387267"/>
                </a:cubicBezTo>
                <a:cubicBezTo>
                  <a:pt x="402859" y="361826"/>
                  <a:pt x="449503" y="361826"/>
                  <a:pt x="474945" y="366064"/>
                </a:cubicBezTo>
                <a:cubicBezTo>
                  <a:pt x="500395" y="370303"/>
                  <a:pt x="500395" y="387267"/>
                  <a:pt x="500395" y="404231"/>
                </a:cubicBezTo>
                <a:cubicBezTo>
                  <a:pt x="500395" y="416699"/>
                  <a:pt x="472897" y="420004"/>
                  <a:pt x="451589" y="422557"/>
                </a:cubicBezTo>
                <a:cubicBezTo>
                  <a:pt x="443912" y="423481"/>
                  <a:pt x="437035" y="424310"/>
                  <a:pt x="432539" y="425434"/>
                </a:cubicBezTo>
                <a:cubicBezTo>
                  <a:pt x="419338" y="428729"/>
                  <a:pt x="403564" y="457733"/>
                  <a:pt x="391220" y="480421"/>
                </a:cubicBezTo>
                <a:cubicBezTo>
                  <a:pt x="387705" y="486879"/>
                  <a:pt x="384476" y="492823"/>
                  <a:pt x="381657" y="497519"/>
                </a:cubicBezTo>
                <a:cubicBezTo>
                  <a:pt x="380857" y="498852"/>
                  <a:pt x="380028" y="500291"/>
                  <a:pt x="379142" y="501834"/>
                </a:cubicBezTo>
                <a:cubicBezTo>
                  <a:pt x="365883" y="524913"/>
                  <a:pt x="340042" y="569880"/>
                  <a:pt x="224751" y="573852"/>
                </a:cubicBezTo>
                <a:cubicBezTo>
                  <a:pt x="132340" y="577043"/>
                  <a:pt x="67617" y="592950"/>
                  <a:pt x="42529" y="601894"/>
                </a:cubicBezTo>
                <a:lnTo>
                  <a:pt x="0" y="614714"/>
                </a:lnTo>
                <a:cubicBezTo>
                  <a:pt x="0" y="582206"/>
                  <a:pt x="5934" y="505158"/>
                  <a:pt x="29679" y="467839"/>
                </a:cubicBezTo>
                <a:cubicBezTo>
                  <a:pt x="34947" y="462572"/>
                  <a:pt x="42262" y="462924"/>
                  <a:pt x="48634" y="463238"/>
                </a:cubicBezTo>
                <a:cubicBezTo>
                  <a:pt x="50472" y="463324"/>
                  <a:pt x="52225" y="463410"/>
                  <a:pt x="53835" y="463353"/>
                </a:cubicBezTo>
                <a:moveTo>
                  <a:pt x="53835" y="463353"/>
                </a:moveTo>
                <a:cubicBezTo>
                  <a:pt x="53835" y="463353"/>
                  <a:pt x="53835" y="463353"/>
                  <a:pt x="55130" y="463600"/>
                </a:cubicBezTo>
                <a:moveTo>
                  <a:pt x="53835" y="463600"/>
                </a:moveTo>
                <a:lnTo>
                  <a:pt x="55130" y="463600"/>
                </a:lnTo>
                <a:moveTo>
                  <a:pt x="145141" y="101984"/>
                </a:moveTo>
                <a:cubicBezTo>
                  <a:pt x="131187" y="126406"/>
                  <a:pt x="126377" y="154609"/>
                  <a:pt x="126958" y="169221"/>
                </a:cubicBezTo>
                <a:cubicBezTo>
                  <a:pt x="128778" y="215141"/>
                  <a:pt x="132026" y="256584"/>
                  <a:pt x="135702" y="302456"/>
                </a:cubicBezTo>
                <a:lnTo>
                  <a:pt x="158162" y="302456"/>
                </a:lnTo>
                <a:cubicBezTo>
                  <a:pt x="162953" y="267061"/>
                  <a:pt x="161820" y="205492"/>
                  <a:pt x="161315" y="178317"/>
                </a:cubicBezTo>
                <a:cubicBezTo>
                  <a:pt x="161220" y="172993"/>
                  <a:pt x="161143" y="168983"/>
                  <a:pt x="161143" y="166754"/>
                </a:cubicBezTo>
                <a:cubicBezTo>
                  <a:pt x="161143" y="144818"/>
                  <a:pt x="154933" y="129578"/>
                  <a:pt x="150237" y="118052"/>
                </a:cubicBezTo>
                <a:cubicBezTo>
                  <a:pt x="147666" y="111747"/>
                  <a:pt x="145551" y="106556"/>
                  <a:pt x="145141" y="101984"/>
                </a:cubicBezTo>
                <a:moveTo>
                  <a:pt x="245954" y="128587"/>
                </a:moveTo>
                <a:cubicBezTo>
                  <a:pt x="242563" y="142160"/>
                  <a:pt x="244544" y="251564"/>
                  <a:pt x="245954" y="302456"/>
                </a:cubicBezTo>
                <a:lnTo>
                  <a:pt x="268319" y="302456"/>
                </a:lnTo>
                <a:cubicBezTo>
                  <a:pt x="282768" y="207140"/>
                  <a:pt x="275767" y="165858"/>
                  <a:pt x="270710" y="136036"/>
                </a:cubicBezTo>
                <a:cubicBezTo>
                  <a:pt x="267814" y="118957"/>
                  <a:pt x="265556" y="105641"/>
                  <a:pt x="268319" y="88087"/>
                </a:cubicBezTo>
                <a:cubicBezTo>
                  <a:pt x="265938" y="91554"/>
                  <a:pt x="263404" y="95145"/>
                  <a:pt x="260718" y="98907"/>
                </a:cubicBezTo>
                <a:cubicBezTo>
                  <a:pt x="259003" y="101888"/>
                  <a:pt x="257441" y="104489"/>
                  <a:pt x="256022" y="106860"/>
                </a:cubicBezTo>
                <a:cubicBezTo>
                  <a:pt x="251259" y="114804"/>
                  <a:pt x="248078" y="120110"/>
                  <a:pt x="245954" y="128587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579822" y="3870303"/>
            <a:ext cx="500392" cy="614714"/>
          </a:xfrm>
          <a:custGeom>
            <a:avLst/>
            <a:gdLst/>
            <a:ahLst/>
            <a:cxnLst/>
            <a:rect l="0" t="0" r="0" b="0"/>
            <a:pathLst>
              <a:path w="500392" h="614714">
                <a:moveTo>
                  <a:pt x="55127" y="463596"/>
                </a:moveTo>
                <a:cubicBezTo>
                  <a:pt x="76331" y="467836"/>
                  <a:pt x="80571" y="450874"/>
                  <a:pt x="84812" y="421189"/>
                </a:cubicBezTo>
                <a:cubicBezTo>
                  <a:pt x="87438" y="402806"/>
                  <a:pt x="85185" y="364903"/>
                  <a:pt x="83089" y="329644"/>
                </a:cubicBezTo>
                <a:cubicBezTo>
                  <a:pt x="82178" y="314322"/>
                  <a:pt x="80967" y="298934"/>
                  <a:pt x="79754" y="283523"/>
                </a:cubicBezTo>
                <a:cubicBezTo>
                  <a:pt x="77301" y="252348"/>
                  <a:pt x="74842" y="221079"/>
                  <a:pt x="74842" y="190076"/>
                </a:cubicBezTo>
                <a:cubicBezTo>
                  <a:pt x="74842" y="133035"/>
                  <a:pt x="76976" y="89775"/>
                  <a:pt x="118737" y="48015"/>
                </a:cubicBezTo>
                <a:cubicBezTo>
                  <a:pt x="132307" y="34445"/>
                  <a:pt x="144181" y="45188"/>
                  <a:pt x="148421" y="52256"/>
                </a:cubicBezTo>
                <a:cubicBezTo>
                  <a:pt x="147008" y="48015"/>
                  <a:pt x="155274" y="37215"/>
                  <a:pt x="166089" y="39400"/>
                </a:cubicBezTo>
                <a:cubicBezTo>
                  <a:pt x="181549" y="42524"/>
                  <a:pt x="187674" y="59842"/>
                  <a:pt x="193674" y="76808"/>
                </a:cubicBezTo>
                <a:cubicBezTo>
                  <a:pt x="195029" y="80640"/>
                  <a:pt x="196378" y="84454"/>
                  <a:pt x="197827" y="88082"/>
                </a:cubicBezTo>
                <a:cubicBezTo>
                  <a:pt x="209576" y="73065"/>
                  <a:pt x="234781" y="36169"/>
                  <a:pt x="243855" y="18550"/>
                </a:cubicBezTo>
                <a:cubicBezTo>
                  <a:pt x="252930" y="931"/>
                  <a:pt x="262918" y="0"/>
                  <a:pt x="275640" y="4240"/>
                </a:cubicBezTo>
                <a:cubicBezTo>
                  <a:pt x="285817" y="7632"/>
                  <a:pt x="291035" y="24350"/>
                  <a:pt x="291035" y="32085"/>
                </a:cubicBezTo>
                <a:cubicBezTo>
                  <a:pt x="314230" y="30281"/>
                  <a:pt x="316218" y="48793"/>
                  <a:pt x="318768" y="72539"/>
                </a:cubicBezTo>
                <a:cubicBezTo>
                  <a:pt x="320111" y="85051"/>
                  <a:pt x="321612" y="99016"/>
                  <a:pt x="326452" y="112228"/>
                </a:cubicBezTo>
                <a:cubicBezTo>
                  <a:pt x="343662" y="159199"/>
                  <a:pt x="335799" y="215541"/>
                  <a:pt x="328289" y="269354"/>
                </a:cubicBezTo>
                <a:cubicBezTo>
                  <a:pt x="325038" y="292643"/>
                  <a:pt x="321854" y="315458"/>
                  <a:pt x="320797" y="336834"/>
                </a:cubicBezTo>
                <a:cubicBezTo>
                  <a:pt x="318819" y="376813"/>
                  <a:pt x="316235" y="429073"/>
                  <a:pt x="322287" y="438152"/>
                </a:cubicBezTo>
                <a:cubicBezTo>
                  <a:pt x="330014" y="449745"/>
                  <a:pt x="355345" y="419087"/>
                  <a:pt x="375824" y="394301"/>
                </a:cubicBezTo>
                <a:cubicBezTo>
                  <a:pt x="377821" y="391885"/>
                  <a:pt x="379772" y="389524"/>
                  <a:pt x="381655" y="387263"/>
                </a:cubicBezTo>
                <a:cubicBezTo>
                  <a:pt x="402858" y="361820"/>
                  <a:pt x="449505" y="361819"/>
                  <a:pt x="474949" y="366060"/>
                </a:cubicBezTo>
                <a:cubicBezTo>
                  <a:pt x="500392" y="370301"/>
                  <a:pt x="500392" y="387263"/>
                  <a:pt x="500392" y="404226"/>
                </a:cubicBezTo>
                <a:cubicBezTo>
                  <a:pt x="500392" y="416695"/>
                  <a:pt x="472895" y="419998"/>
                  <a:pt x="451589" y="422557"/>
                </a:cubicBezTo>
                <a:cubicBezTo>
                  <a:pt x="443910" y="423480"/>
                  <a:pt x="437036" y="424305"/>
                  <a:pt x="432543" y="425429"/>
                </a:cubicBezTo>
                <a:cubicBezTo>
                  <a:pt x="419339" y="428730"/>
                  <a:pt x="403565" y="457725"/>
                  <a:pt x="391223" y="480414"/>
                </a:cubicBezTo>
                <a:cubicBezTo>
                  <a:pt x="387710" y="486873"/>
                  <a:pt x="384474" y="492821"/>
                  <a:pt x="381655" y="497519"/>
                </a:cubicBezTo>
                <a:cubicBezTo>
                  <a:pt x="380860" y="498845"/>
                  <a:pt x="380031" y="500288"/>
                  <a:pt x="379146" y="501827"/>
                </a:cubicBezTo>
                <a:cubicBezTo>
                  <a:pt x="365883" y="524905"/>
                  <a:pt x="340039" y="569875"/>
                  <a:pt x="224752" y="573851"/>
                </a:cubicBezTo>
                <a:cubicBezTo>
                  <a:pt x="132344" y="577037"/>
                  <a:pt x="67621" y="592944"/>
                  <a:pt x="42531" y="601892"/>
                </a:cubicBezTo>
                <a:lnTo>
                  <a:pt x="0" y="614714"/>
                </a:lnTo>
                <a:cubicBezTo>
                  <a:pt x="0" y="582203"/>
                  <a:pt x="5936" y="505155"/>
                  <a:pt x="29684" y="467838"/>
                </a:cubicBezTo>
                <a:cubicBezTo>
                  <a:pt x="34950" y="462572"/>
                  <a:pt x="42260" y="462925"/>
                  <a:pt x="48631" y="463232"/>
                </a:cubicBezTo>
                <a:cubicBezTo>
                  <a:pt x="50469" y="463321"/>
                  <a:pt x="52229" y="463406"/>
                  <a:pt x="53839" y="463352"/>
                </a:cubicBezTo>
                <a:moveTo>
                  <a:pt x="53839" y="463352"/>
                </a:moveTo>
                <a:cubicBezTo>
                  <a:pt x="53839" y="463352"/>
                  <a:pt x="53839" y="463352"/>
                  <a:pt x="55127" y="463596"/>
                </a:cubicBezTo>
                <a:moveTo>
                  <a:pt x="53839" y="463352"/>
                </a:moveTo>
                <a:lnTo>
                  <a:pt x="55127" y="463596"/>
                </a:lnTo>
                <a:moveTo>
                  <a:pt x="145144" y="101977"/>
                </a:moveTo>
                <a:cubicBezTo>
                  <a:pt x="131186" y="126404"/>
                  <a:pt x="126381" y="154601"/>
                  <a:pt x="126961" y="169217"/>
                </a:cubicBezTo>
                <a:cubicBezTo>
                  <a:pt x="128781" y="215141"/>
                  <a:pt x="132030" y="256585"/>
                  <a:pt x="135699" y="302453"/>
                </a:cubicBezTo>
                <a:lnTo>
                  <a:pt x="158164" y="302453"/>
                </a:lnTo>
                <a:cubicBezTo>
                  <a:pt x="162955" y="267058"/>
                  <a:pt x="161817" y="205489"/>
                  <a:pt x="161316" y="178316"/>
                </a:cubicBezTo>
                <a:cubicBezTo>
                  <a:pt x="161217" y="172985"/>
                  <a:pt x="161143" y="168978"/>
                  <a:pt x="161143" y="166752"/>
                </a:cubicBezTo>
                <a:cubicBezTo>
                  <a:pt x="161143" y="144816"/>
                  <a:pt x="154933" y="129578"/>
                  <a:pt x="150234" y="118047"/>
                </a:cubicBezTo>
                <a:cubicBezTo>
                  <a:pt x="147665" y="111745"/>
                  <a:pt x="145549" y="106552"/>
                  <a:pt x="145144" y="101977"/>
                </a:cubicBezTo>
                <a:close/>
                <a:moveTo>
                  <a:pt x="245955" y="128587"/>
                </a:moveTo>
                <a:cubicBezTo>
                  <a:pt x="242563" y="142157"/>
                  <a:pt x="244542" y="251565"/>
                  <a:pt x="245955" y="302453"/>
                </a:cubicBezTo>
                <a:lnTo>
                  <a:pt x="268320" y="302453"/>
                </a:lnTo>
                <a:cubicBezTo>
                  <a:pt x="282765" y="207138"/>
                  <a:pt x="275764" y="165855"/>
                  <a:pt x="270707" y="136030"/>
                </a:cubicBezTo>
                <a:cubicBezTo>
                  <a:pt x="267811" y="118955"/>
                  <a:pt x="265553" y="105636"/>
                  <a:pt x="268320" y="88082"/>
                </a:cubicBezTo>
                <a:cubicBezTo>
                  <a:pt x="265942" y="91548"/>
                  <a:pt x="263404" y="95142"/>
                  <a:pt x="260719" y="98902"/>
                </a:cubicBezTo>
                <a:cubicBezTo>
                  <a:pt x="259005" y="101889"/>
                  <a:pt x="257445" y="104489"/>
                  <a:pt x="256027" y="106854"/>
                </a:cubicBezTo>
                <a:cubicBezTo>
                  <a:pt x="251256" y="114805"/>
                  <a:pt x="248076" y="120106"/>
                  <a:pt x="245955" y="128587"/>
                </a:cubicBezTo>
                <a:close/>
                <a:moveTo>
                  <a:pt x="145149" y="101981"/>
                </a:moveTo>
                <a:cubicBezTo>
                  <a:pt x="158719" y="78234"/>
                  <a:pt x="152667" y="59327"/>
                  <a:pt x="148426" y="52260"/>
                </a:cubicBezTo>
                <a:moveTo>
                  <a:pt x="268326" y="88086"/>
                </a:moveTo>
                <a:cubicBezTo>
                  <a:pt x="282528" y="67392"/>
                  <a:pt x="291040" y="51301"/>
                  <a:pt x="291040" y="32089"/>
                </a:cubicBezTo>
                <a:moveTo>
                  <a:pt x="197832" y="88086"/>
                </a:moveTo>
                <a:cubicBezTo>
                  <a:pt x="198933" y="90843"/>
                  <a:pt x="200091" y="93494"/>
                  <a:pt x="201354" y="95963"/>
                </a:cubicBezTo>
                <a:cubicBezTo>
                  <a:pt x="227171" y="163588"/>
                  <a:pt x="216304" y="245405"/>
                  <a:pt x="210264" y="302456"/>
                </a:cubicBezTo>
              </a:path>
            </a:pathLst>
          </a:custGeom>
          <a:noFill/>
          <a:ln w="4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487797" y="3871667"/>
            <a:ext cx="480593" cy="608133"/>
          </a:xfrm>
          <a:custGeom>
            <a:avLst/>
            <a:gdLst/>
            <a:ahLst/>
            <a:cxnLst/>
            <a:rect l="0" t="0" r="0" b="0"/>
            <a:pathLst>
              <a:path w="480593" h="608133">
                <a:moveTo>
                  <a:pt x="224751" y="4238"/>
                </a:moveTo>
                <a:cubicBezTo>
                  <a:pt x="237477" y="0"/>
                  <a:pt x="251888" y="6096"/>
                  <a:pt x="258698" y="21507"/>
                </a:cubicBezTo>
                <a:cubicBezTo>
                  <a:pt x="265518" y="36918"/>
                  <a:pt x="283235" y="65770"/>
                  <a:pt x="296846" y="80562"/>
                </a:cubicBezTo>
                <a:cubicBezTo>
                  <a:pt x="299751" y="83724"/>
                  <a:pt x="301866" y="89468"/>
                  <a:pt x="303399" y="96697"/>
                </a:cubicBezTo>
                <a:cubicBezTo>
                  <a:pt x="310638" y="87468"/>
                  <a:pt x="315163" y="77466"/>
                  <a:pt x="319058" y="68837"/>
                </a:cubicBezTo>
                <a:cubicBezTo>
                  <a:pt x="324735" y="56273"/>
                  <a:pt x="329088" y="46643"/>
                  <a:pt x="338604" y="46643"/>
                </a:cubicBezTo>
                <a:cubicBezTo>
                  <a:pt x="345747" y="46643"/>
                  <a:pt x="351977" y="50882"/>
                  <a:pt x="351977" y="50882"/>
                </a:cubicBezTo>
                <a:cubicBezTo>
                  <a:pt x="356215" y="43815"/>
                  <a:pt x="368093" y="33070"/>
                  <a:pt x="381657" y="46643"/>
                </a:cubicBezTo>
                <a:cubicBezTo>
                  <a:pt x="389258" y="60483"/>
                  <a:pt x="397935" y="71466"/>
                  <a:pt x="405088" y="80514"/>
                </a:cubicBezTo>
                <a:cubicBezTo>
                  <a:pt x="413508" y="91154"/>
                  <a:pt x="418318" y="100860"/>
                  <a:pt x="419823" y="106013"/>
                </a:cubicBezTo>
                <a:cubicBezTo>
                  <a:pt x="426843" y="130082"/>
                  <a:pt x="431091" y="205101"/>
                  <a:pt x="417299" y="328269"/>
                </a:cubicBezTo>
                <a:cubicBezTo>
                  <a:pt x="415204" y="363531"/>
                  <a:pt x="412956" y="401431"/>
                  <a:pt x="415575" y="419814"/>
                </a:cubicBezTo>
                <a:cubicBezTo>
                  <a:pt x="419823" y="449503"/>
                  <a:pt x="424062" y="466467"/>
                  <a:pt x="445265" y="462229"/>
                </a:cubicBezTo>
                <a:lnTo>
                  <a:pt x="446560" y="462229"/>
                </a:lnTo>
                <a:cubicBezTo>
                  <a:pt x="447903" y="462029"/>
                  <a:pt x="449351" y="461972"/>
                  <a:pt x="450856" y="461905"/>
                </a:cubicBezTo>
                <a:cubicBezTo>
                  <a:pt x="480593" y="546163"/>
                  <a:pt x="480183" y="591597"/>
                  <a:pt x="471135" y="608133"/>
                </a:cubicBezTo>
                <a:cubicBezTo>
                  <a:pt x="468153" y="607428"/>
                  <a:pt x="436406" y="602284"/>
                  <a:pt x="436178" y="602246"/>
                </a:cubicBezTo>
                <a:cubicBezTo>
                  <a:pt x="434587" y="601684"/>
                  <a:pt x="432920" y="601075"/>
                  <a:pt x="431177" y="600446"/>
                </a:cubicBezTo>
                <a:cubicBezTo>
                  <a:pt x="405431" y="591121"/>
                  <a:pt x="362188" y="575462"/>
                  <a:pt x="275634" y="572471"/>
                </a:cubicBezTo>
                <a:cubicBezTo>
                  <a:pt x="160353" y="568499"/>
                  <a:pt x="134512" y="523532"/>
                  <a:pt x="121243" y="500453"/>
                </a:cubicBezTo>
                <a:cubicBezTo>
                  <a:pt x="120357" y="498919"/>
                  <a:pt x="119529" y="497471"/>
                  <a:pt x="118738" y="496147"/>
                </a:cubicBezTo>
                <a:cubicBezTo>
                  <a:pt x="115919" y="491451"/>
                  <a:pt x="112680" y="485498"/>
                  <a:pt x="109166" y="479040"/>
                </a:cubicBezTo>
                <a:cubicBezTo>
                  <a:pt x="96831" y="456352"/>
                  <a:pt x="81057" y="427358"/>
                  <a:pt x="67856" y="424062"/>
                </a:cubicBezTo>
                <a:cubicBezTo>
                  <a:pt x="63360" y="422938"/>
                  <a:pt x="56483" y="422109"/>
                  <a:pt x="48806" y="421185"/>
                </a:cubicBezTo>
                <a:cubicBezTo>
                  <a:pt x="27498" y="418623"/>
                  <a:pt x="0" y="415318"/>
                  <a:pt x="0" y="402850"/>
                </a:cubicBezTo>
                <a:cubicBezTo>
                  <a:pt x="0" y="385886"/>
                  <a:pt x="0" y="368931"/>
                  <a:pt x="25441" y="364693"/>
                </a:cubicBezTo>
                <a:cubicBezTo>
                  <a:pt x="50882" y="360445"/>
                  <a:pt x="97536" y="360445"/>
                  <a:pt x="118738" y="385886"/>
                </a:cubicBezTo>
                <a:cubicBezTo>
                  <a:pt x="120605" y="388134"/>
                  <a:pt x="122539" y="390477"/>
                  <a:pt x="124520" y="392877"/>
                </a:cubicBezTo>
                <a:cubicBezTo>
                  <a:pt x="145046" y="417718"/>
                  <a:pt x="170383" y="448370"/>
                  <a:pt x="178107" y="436778"/>
                </a:cubicBezTo>
                <a:cubicBezTo>
                  <a:pt x="184156" y="427691"/>
                  <a:pt x="181575" y="375437"/>
                  <a:pt x="179593" y="335460"/>
                </a:cubicBezTo>
                <a:cubicBezTo>
                  <a:pt x="178698" y="317344"/>
                  <a:pt x="177184" y="299227"/>
                  <a:pt x="175679" y="281111"/>
                </a:cubicBezTo>
                <a:cubicBezTo>
                  <a:pt x="173821" y="258765"/>
                  <a:pt x="171954" y="236429"/>
                  <a:pt x="171249" y="214093"/>
                </a:cubicBezTo>
                <a:cubicBezTo>
                  <a:pt x="169268" y="151695"/>
                  <a:pt x="168659" y="113366"/>
                  <a:pt x="179593" y="80562"/>
                </a:cubicBezTo>
                <a:cubicBezTo>
                  <a:pt x="186385" y="60207"/>
                  <a:pt x="197900" y="33918"/>
                  <a:pt x="203549" y="29679"/>
                </a:cubicBezTo>
                <a:cubicBezTo>
                  <a:pt x="206378" y="22612"/>
                  <a:pt x="214579" y="7629"/>
                  <a:pt x="224751" y="4238"/>
                </a:cubicBezTo>
                <a:moveTo>
                  <a:pt x="236210" y="96697"/>
                </a:moveTo>
                <a:cubicBezTo>
                  <a:pt x="232971" y="110356"/>
                  <a:pt x="228923" y="130435"/>
                  <a:pt x="228923" y="160458"/>
                </a:cubicBezTo>
                <a:cubicBezTo>
                  <a:pt x="228923" y="205120"/>
                  <a:pt x="236210" y="301504"/>
                  <a:pt x="236210" y="301504"/>
                </a:cubicBezTo>
                <a:lnTo>
                  <a:pt x="254441" y="301504"/>
                </a:lnTo>
                <a:cubicBezTo>
                  <a:pt x="254441" y="285235"/>
                  <a:pt x="254727" y="266690"/>
                  <a:pt x="255022" y="247878"/>
                </a:cubicBezTo>
                <a:cubicBezTo>
                  <a:pt x="255898" y="192300"/>
                  <a:pt x="256813" y="134245"/>
                  <a:pt x="250364" y="124796"/>
                </a:cubicBezTo>
                <a:cubicBezTo>
                  <a:pt x="241744" y="112137"/>
                  <a:pt x="236210" y="96697"/>
                  <a:pt x="236210" y="96697"/>
                </a:cubicBezTo>
                <a:moveTo>
                  <a:pt x="360454" y="99145"/>
                </a:moveTo>
                <a:cubicBezTo>
                  <a:pt x="353387" y="109042"/>
                  <a:pt x="339251" y="151809"/>
                  <a:pt x="339251" y="165382"/>
                </a:cubicBezTo>
                <a:cubicBezTo>
                  <a:pt x="339251" y="178946"/>
                  <a:pt x="335127" y="301504"/>
                  <a:pt x="335127" y="301504"/>
                </a:cubicBezTo>
                <a:lnTo>
                  <a:pt x="364693" y="301504"/>
                </a:lnTo>
                <a:cubicBezTo>
                  <a:pt x="367522" y="266166"/>
                  <a:pt x="373170" y="195072"/>
                  <a:pt x="373179" y="178107"/>
                </a:cubicBezTo>
                <a:cubicBezTo>
                  <a:pt x="373179" y="174345"/>
                  <a:pt x="373303" y="170983"/>
                  <a:pt x="373437" y="167840"/>
                </a:cubicBezTo>
                <a:cubicBezTo>
                  <a:pt x="374008" y="153228"/>
                  <a:pt x="374408" y="123567"/>
                  <a:pt x="360454" y="9914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487797" y="3871664"/>
            <a:ext cx="480590" cy="608137"/>
          </a:xfrm>
          <a:custGeom>
            <a:avLst/>
            <a:gdLst/>
            <a:ahLst/>
            <a:cxnLst/>
            <a:rect l="0" t="0" r="0" b="0"/>
            <a:pathLst>
              <a:path w="480590" h="608137">
                <a:moveTo>
                  <a:pt x="431177" y="600452"/>
                </a:moveTo>
                <a:cubicBezTo>
                  <a:pt x="405427" y="591126"/>
                  <a:pt x="362188" y="575466"/>
                  <a:pt x="275640" y="572481"/>
                </a:cubicBezTo>
                <a:cubicBezTo>
                  <a:pt x="160353" y="568506"/>
                  <a:pt x="134509" y="523536"/>
                  <a:pt x="121246" y="500458"/>
                </a:cubicBezTo>
                <a:cubicBezTo>
                  <a:pt x="120361" y="498919"/>
                  <a:pt x="119532" y="497477"/>
                  <a:pt x="118737" y="496150"/>
                </a:cubicBezTo>
                <a:cubicBezTo>
                  <a:pt x="115918" y="491452"/>
                  <a:pt x="112682" y="485504"/>
                  <a:pt x="109169" y="479045"/>
                </a:cubicBezTo>
                <a:cubicBezTo>
                  <a:pt x="96826" y="456356"/>
                  <a:pt x="81053" y="427361"/>
                  <a:pt x="67849" y="424060"/>
                </a:cubicBezTo>
                <a:cubicBezTo>
                  <a:pt x="63356" y="422936"/>
                  <a:pt x="56481" y="422111"/>
                  <a:pt x="48803" y="421188"/>
                </a:cubicBezTo>
                <a:cubicBezTo>
                  <a:pt x="27497" y="418629"/>
                  <a:pt x="0" y="415325"/>
                  <a:pt x="0" y="402857"/>
                </a:cubicBezTo>
                <a:cubicBezTo>
                  <a:pt x="0" y="385894"/>
                  <a:pt x="0" y="368932"/>
                  <a:pt x="25443" y="364691"/>
                </a:cubicBezTo>
                <a:cubicBezTo>
                  <a:pt x="50887" y="360450"/>
                  <a:pt x="97534" y="360450"/>
                  <a:pt x="118737" y="385894"/>
                </a:cubicBezTo>
                <a:cubicBezTo>
                  <a:pt x="120606" y="388137"/>
                  <a:pt x="122542" y="390480"/>
                  <a:pt x="124522" y="392877"/>
                </a:cubicBezTo>
                <a:lnTo>
                  <a:pt x="124561" y="392924"/>
                </a:lnTo>
                <a:lnTo>
                  <a:pt x="124568" y="392932"/>
                </a:lnTo>
                <a:cubicBezTo>
                  <a:pt x="145047" y="417718"/>
                  <a:pt x="170378" y="448376"/>
                  <a:pt x="178105" y="436783"/>
                </a:cubicBezTo>
                <a:cubicBezTo>
                  <a:pt x="184157" y="427704"/>
                  <a:pt x="181573" y="375444"/>
                  <a:pt x="179595" y="335465"/>
                </a:cubicBezTo>
                <a:cubicBezTo>
                  <a:pt x="178699" y="317343"/>
                  <a:pt x="177190" y="299227"/>
                  <a:pt x="175681" y="281115"/>
                </a:cubicBezTo>
                <a:cubicBezTo>
                  <a:pt x="173820" y="258771"/>
                  <a:pt x="171958" y="236433"/>
                  <a:pt x="171249" y="214095"/>
                </a:cubicBezTo>
                <a:cubicBezTo>
                  <a:pt x="169268" y="151699"/>
                  <a:pt x="168662" y="113371"/>
                  <a:pt x="179595" y="80571"/>
                </a:cubicBezTo>
                <a:cubicBezTo>
                  <a:pt x="186380" y="60216"/>
                  <a:pt x="197895" y="33924"/>
                  <a:pt x="203549" y="29684"/>
                </a:cubicBezTo>
                <a:cubicBezTo>
                  <a:pt x="206376" y="22616"/>
                  <a:pt x="214575" y="7632"/>
                  <a:pt x="224752" y="4240"/>
                </a:cubicBezTo>
                <a:cubicBezTo>
                  <a:pt x="237474" y="0"/>
                  <a:pt x="251885" y="6097"/>
                  <a:pt x="258700" y="21508"/>
                </a:cubicBezTo>
                <a:cubicBezTo>
                  <a:pt x="265515" y="36920"/>
                  <a:pt x="283234" y="65777"/>
                  <a:pt x="296843" y="80571"/>
                </a:cubicBezTo>
                <a:cubicBezTo>
                  <a:pt x="299750" y="83731"/>
                  <a:pt x="301862" y="89472"/>
                  <a:pt x="303397" y="96699"/>
                </a:cubicBezTo>
                <a:cubicBezTo>
                  <a:pt x="310641" y="87477"/>
                  <a:pt x="315162" y="77470"/>
                  <a:pt x="319058" y="68844"/>
                </a:cubicBezTo>
                <a:cubicBezTo>
                  <a:pt x="324734" y="56278"/>
                  <a:pt x="329085" y="46646"/>
                  <a:pt x="338601" y="46646"/>
                </a:cubicBezTo>
                <a:cubicBezTo>
                  <a:pt x="345746" y="46646"/>
                  <a:pt x="351971" y="50887"/>
                  <a:pt x="351971" y="50887"/>
                </a:cubicBezTo>
                <a:cubicBezTo>
                  <a:pt x="356211" y="43819"/>
                  <a:pt x="368085" y="33076"/>
                  <a:pt x="381655" y="46646"/>
                </a:cubicBezTo>
                <a:cubicBezTo>
                  <a:pt x="389253" y="60492"/>
                  <a:pt x="397934" y="71467"/>
                  <a:pt x="405094" y="80521"/>
                </a:cubicBezTo>
                <a:cubicBezTo>
                  <a:pt x="413506" y="91157"/>
                  <a:pt x="418318" y="100864"/>
                  <a:pt x="419821" y="106015"/>
                </a:cubicBezTo>
                <a:cubicBezTo>
                  <a:pt x="426845" y="130086"/>
                  <a:pt x="431091" y="205099"/>
                  <a:pt x="417303" y="328275"/>
                </a:cubicBezTo>
                <a:cubicBezTo>
                  <a:pt x="415207" y="363534"/>
                  <a:pt x="412954" y="401436"/>
                  <a:pt x="415580" y="419821"/>
                </a:cubicBezTo>
                <a:cubicBezTo>
                  <a:pt x="419821" y="449505"/>
                  <a:pt x="424061" y="466468"/>
                  <a:pt x="445265" y="462227"/>
                </a:cubicBezTo>
                <a:lnTo>
                  <a:pt x="446553" y="461983"/>
                </a:lnTo>
                <a:cubicBezTo>
                  <a:pt x="447897" y="462028"/>
                  <a:pt x="449346" y="461976"/>
                  <a:pt x="450856" y="461907"/>
                </a:cubicBezTo>
                <a:cubicBezTo>
                  <a:pt x="480590" y="546166"/>
                  <a:pt x="480189" y="591596"/>
                  <a:pt x="471139" y="608137"/>
                </a:cubicBezTo>
                <a:cubicBezTo>
                  <a:pt x="468157" y="607432"/>
                  <a:pt x="436174" y="602253"/>
                  <a:pt x="436174" y="602253"/>
                </a:cubicBezTo>
                <a:cubicBezTo>
                  <a:pt x="434583" y="601686"/>
                  <a:pt x="432920" y="601083"/>
                  <a:pt x="431177" y="600452"/>
                </a:cubicBezTo>
                <a:close/>
                <a:moveTo>
                  <a:pt x="373431" y="167847"/>
                </a:moveTo>
                <a:cubicBezTo>
                  <a:pt x="374011" y="153233"/>
                  <a:pt x="374410" y="123577"/>
                  <a:pt x="360452" y="99151"/>
                </a:cubicBezTo>
                <a:cubicBezTo>
                  <a:pt x="353384" y="109045"/>
                  <a:pt x="339249" y="151813"/>
                  <a:pt x="339249" y="165383"/>
                </a:cubicBezTo>
                <a:cubicBezTo>
                  <a:pt x="339249" y="178953"/>
                  <a:pt x="335129" y="301505"/>
                  <a:pt x="335129" y="301505"/>
                </a:cubicBezTo>
                <a:lnTo>
                  <a:pt x="364693" y="301505"/>
                </a:lnTo>
                <a:cubicBezTo>
                  <a:pt x="367520" y="266166"/>
                  <a:pt x="373174" y="195068"/>
                  <a:pt x="373174" y="178105"/>
                </a:cubicBezTo>
                <a:cubicBezTo>
                  <a:pt x="373174" y="174350"/>
                  <a:pt x="373307" y="170993"/>
                  <a:pt x="373431" y="167847"/>
                </a:cubicBezTo>
                <a:close/>
                <a:moveTo>
                  <a:pt x="255024" y="247881"/>
                </a:moveTo>
                <a:cubicBezTo>
                  <a:pt x="255898" y="192303"/>
                  <a:pt x="256811" y="134254"/>
                  <a:pt x="250368" y="124799"/>
                </a:cubicBezTo>
                <a:cubicBezTo>
                  <a:pt x="241744" y="112143"/>
                  <a:pt x="236212" y="96699"/>
                  <a:pt x="236212" y="96699"/>
                </a:cubicBezTo>
                <a:cubicBezTo>
                  <a:pt x="232970" y="110359"/>
                  <a:pt x="228925" y="130435"/>
                  <a:pt x="228925" y="160467"/>
                </a:cubicBezTo>
                <a:cubicBezTo>
                  <a:pt x="228925" y="205125"/>
                  <a:pt x="236212" y="301505"/>
                  <a:pt x="236212" y="301505"/>
                </a:cubicBezTo>
                <a:lnTo>
                  <a:pt x="254437" y="301505"/>
                </a:lnTo>
                <a:cubicBezTo>
                  <a:pt x="254437" y="285235"/>
                  <a:pt x="254728" y="266699"/>
                  <a:pt x="255024" y="247881"/>
                </a:cubicBezTo>
                <a:close/>
                <a:moveTo>
                  <a:pt x="445265" y="462227"/>
                </a:moveTo>
                <a:cubicBezTo>
                  <a:pt x="446553" y="461983"/>
                  <a:pt x="446553" y="461983"/>
                  <a:pt x="446553" y="461983"/>
                </a:cubicBezTo>
                <a:moveTo>
                  <a:pt x="124522" y="392877"/>
                </a:moveTo>
                <a:cubicBezTo>
                  <a:pt x="124535" y="392892"/>
                  <a:pt x="124548" y="392908"/>
                  <a:pt x="124561" y="392924"/>
                </a:cubicBezTo>
                <a:moveTo>
                  <a:pt x="351966" y="50889"/>
                </a:moveTo>
                <a:cubicBezTo>
                  <a:pt x="360448" y="56946"/>
                  <a:pt x="373169" y="70972"/>
                  <a:pt x="360448" y="99153"/>
                </a:cubicBezTo>
                <a:moveTo>
                  <a:pt x="203545" y="29685"/>
                </a:moveTo>
                <a:cubicBezTo>
                  <a:pt x="203545" y="29685"/>
                  <a:pt x="219365" y="19107"/>
                  <a:pt x="234124" y="29685"/>
                </a:cubicBezTo>
                <a:cubicBezTo>
                  <a:pt x="248885" y="40265"/>
                  <a:pt x="239866" y="80573"/>
                  <a:pt x="239866" y="80573"/>
                </a:cubicBezTo>
                <a:cubicBezTo>
                  <a:pt x="239866" y="80573"/>
                  <a:pt x="237787" y="90048"/>
                  <a:pt x="236207" y="96702"/>
                </a:cubicBezTo>
                <a:moveTo>
                  <a:pt x="303393" y="96702"/>
                </a:moveTo>
                <a:cubicBezTo>
                  <a:pt x="307476" y="115922"/>
                  <a:pt x="309089" y="151653"/>
                  <a:pt x="309089" y="171376"/>
                </a:cubicBezTo>
                <a:lnTo>
                  <a:pt x="306217" y="301507"/>
                </a:lnTo>
              </a:path>
            </a:pathLst>
          </a:custGeom>
          <a:noFill/>
          <a:ln w="4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24162" y="4318624"/>
            <a:ext cx="323135" cy="228990"/>
          </a:xfrm>
          <a:custGeom>
            <a:avLst/>
            <a:gdLst/>
            <a:ahLst/>
            <a:cxnLst/>
            <a:rect l="0" t="0" r="0" b="0"/>
            <a:pathLst>
              <a:path w="323135" h="228990">
                <a:moveTo>
                  <a:pt x="13573" y="12725"/>
                </a:moveTo>
                <a:cubicBezTo>
                  <a:pt x="24879" y="42405"/>
                  <a:pt x="45796" y="111099"/>
                  <a:pt x="39014" y="148418"/>
                </a:cubicBezTo>
                <a:cubicBezTo>
                  <a:pt x="37995" y="154000"/>
                  <a:pt x="36204" y="158572"/>
                  <a:pt x="34766" y="161143"/>
                </a:cubicBezTo>
                <a:cubicBezTo>
                  <a:pt x="22412" y="158715"/>
                  <a:pt x="0" y="155333"/>
                  <a:pt x="0" y="155333"/>
                </a:cubicBezTo>
                <a:cubicBezTo>
                  <a:pt x="7067" y="169468"/>
                  <a:pt x="29679" y="216274"/>
                  <a:pt x="60217" y="216274"/>
                </a:cubicBezTo>
                <a:cubicBezTo>
                  <a:pt x="98383" y="216274"/>
                  <a:pt x="276491" y="228990"/>
                  <a:pt x="323135" y="228990"/>
                </a:cubicBezTo>
                <a:lnTo>
                  <a:pt x="323135" y="0"/>
                </a:lnTo>
                <a:cubicBezTo>
                  <a:pt x="277901" y="4238"/>
                  <a:pt x="173869" y="12725"/>
                  <a:pt x="119586" y="12725"/>
                </a:cubicBezTo>
                <a:cubicBezTo>
                  <a:pt x="51739" y="12725"/>
                  <a:pt x="55978" y="8477"/>
                  <a:pt x="34775" y="4238"/>
                </a:cubicBezTo>
                <a:cubicBezTo>
                  <a:pt x="17811" y="847"/>
                  <a:pt x="13573" y="8477"/>
                  <a:pt x="13573" y="1272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24162" y="4318624"/>
            <a:ext cx="323134" cy="228993"/>
          </a:xfrm>
          <a:custGeom>
            <a:avLst/>
            <a:gdLst/>
            <a:ahLst/>
            <a:cxnLst/>
            <a:rect l="0" t="0" r="0" b="0"/>
            <a:pathLst>
              <a:path w="323134" h="228993">
                <a:moveTo>
                  <a:pt x="13570" y="12722"/>
                </a:moveTo>
                <a:cubicBezTo>
                  <a:pt x="24878" y="42406"/>
                  <a:pt x="45798" y="111104"/>
                  <a:pt x="39013" y="148421"/>
                </a:cubicBezTo>
                <a:cubicBezTo>
                  <a:pt x="37999" y="153999"/>
                  <a:pt x="36201" y="158573"/>
                  <a:pt x="34769" y="161147"/>
                </a:cubicBezTo>
                <a:cubicBezTo>
                  <a:pt x="22417" y="158713"/>
                  <a:pt x="0" y="155336"/>
                  <a:pt x="0" y="155336"/>
                </a:cubicBezTo>
                <a:cubicBezTo>
                  <a:pt x="7067" y="169471"/>
                  <a:pt x="29684" y="216271"/>
                  <a:pt x="60216" y="216271"/>
                </a:cubicBezTo>
                <a:cubicBezTo>
                  <a:pt x="98382" y="216271"/>
                  <a:pt x="276488" y="228993"/>
                  <a:pt x="323134" y="228993"/>
                </a:cubicBezTo>
                <a:lnTo>
                  <a:pt x="323134" y="0"/>
                </a:lnTo>
                <a:cubicBezTo>
                  <a:pt x="277901" y="4240"/>
                  <a:pt x="173865" y="12722"/>
                  <a:pt x="119585" y="12722"/>
                </a:cubicBezTo>
                <a:cubicBezTo>
                  <a:pt x="51735" y="12722"/>
                  <a:pt x="55975" y="8481"/>
                  <a:pt x="34772" y="4240"/>
                </a:cubicBezTo>
                <a:cubicBezTo>
                  <a:pt x="17810" y="848"/>
                  <a:pt x="13570" y="8481"/>
                  <a:pt x="13570" y="12722"/>
                </a:cubicBezTo>
                <a:close/>
              </a:path>
            </a:pathLst>
          </a:custGeom>
          <a:noFill/>
          <a:ln w="4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321147" y="4310957"/>
            <a:ext cx="321221" cy="247650"/>
          </a:xfrm>
          <a:custGeom>
            <a:avLst/>
            <a:gdLst/>
            <a:ahLst/>
            <a:cxnLst/>
            <a:rect l="0" t="0" r="0" b="0"/>
            <a:pathLst>
              <a:path w="321221" h="247650">
                <a:moveTo>
                  <a:pt x="0" y="18659"/>
                </a:moveTo>
                <a:lnTo>
                  <a:pt x="0" y="247650"/>
                </a:lnTo>
                <a:cubicBezTo>
                  <a:pt x="62198" y="242001"/>
                  <a:pt x="198462" y="226447"/>
                  <a:pt x="245954" y="209483"/>
                </a:cubicBezTo>
                <a:cubicBezTo>
                  <a:pt x="293446" y="192528"/>
                  <a:pt x="302494" y="171154"/>
                  <a:pt x="301085" y="161267"/>
                </a:cubicBezTo>
                <a:lnTo>
                  <a:pt x="258679" y="173983"/>
                </a:lnTo>
                <a:cubicBezTo>
                  <a:pt x="258679" y="141474"/>
                  <a:pt x="264614" y="64455"/>
                  <a:pt x="288359" y="27136"/>
                </a:cubicBezTo>
                <a:cubicBezTo>
                  <a:pt x="295151" y="20354"/>
                  <a:pt x="306714" y="22774"/>
                  <a:pt x="312743" y="22774"/>
                </a:cubicBezTo>
                <a:cubicBezTo>
                  <a:pt x="321221" y="12887"/>
                  <a:pt x="318896" y="0"/>
                  <a:pt x="254441" y="10182"/>
                </a:cubicBezTo>
                <a:cubicBezTo>
                  <a:pt x="189976" y="20354"/>
                  <a:pt x="57959" y="20069"/>
                  <a:pt x="0" y="18659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321147" y="4310957"/>
            <a:ext cx="321225" cy="247652"/>
          </a:xfrm>
          <a:custGeom>
            <a:avLst/>
            <a:gdLst/>
            <a:ahLst/>
            <a:cxnLst/>
            <a:rect l="0" t="0" r="0" b="0"/>
            <a:pathLst>
              <a:path w="321225" h="247652">
                <a:moveTo>
                  <a:pt x="0" y="18658"/>
                </a:moveTo>
                <a:lnTo>
                  <a:pt x="0" y="247652"/>
                </a:lnTo>
                <a:cubicBezTo>
                  <a:pt x="62195" y="241998"/>
                  <a:pt x="198460" y="226448"/>
                  <a:pt x="245955" y="209486"/>
                </a:cubicBezTo>
                <a:cubicBezTo>
                  <a:pt x="293450" y="192524"/>
                  <a:pt x="302497" y="171157"/>
                  <a:pt x="301084" y="161262"/>
                </a:cubicBezTo>
                <a:lnTo>
                  <a:pt x="258677" y="173985"/>
                </a:lnTo>
                <a:cubicBezTo>
                  <a:pt x="258677" y="141473"/>
                  <a:pt x="264614" y="64457"/>
                  <a:pt x="288362" y="27140"/>
                </a:cubicBezTo>
                <a:cubicBezTo>
                  <a:pt x="295146" y="20355"/>
                  <a:pt x="306713" y="22778"/>
                  <a:pt x="312744" y="22778"/>
                </a:cubicBezTo>
                <a:cubicBezTo>
                  <a:pt x="321225" y="12883"/>
                  <a:pt x="318894" y="0"/>
                  <a:pt x="254437" y="10177"/>
                </a:cubicBezTo>
                <a:cubicBezTo>
                  <a:pt x="189979" y="20355"/>
                  <a:pt x="57954" y="20072"/>
                  <a:pt x="0" y="18658"/>
                </a:cubicBezTo>
                <a:close/>
              </a:path>
            </a:pathLst>
          </a:custGeom>
          <a:noFill/>
          <a:ln w="4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575582" y="526608"/>
            <a:ext cx="447132" cy="608095"/>
          </a:xfrm>
          <a:custGeom>
            <a:avLst/>
            <a:gdLst/>
            <a:ahLst/>
            <a:cxnLst/>
            <a:rect l="0" t="0" r="0" b="0"/>
            <a:pathLst>
              <a:path w="447132" h="608095">
                <a:moveTo>
                  <a:pt x="275634" y="10172"/>
                </a:moveTo>
                <a:cubicBezTo>
                  <a:pt x="295989" y="0"/>
                  <a:pt x="306733" y="20069"/>
                  <a:pt x="309562" y="31375"/>
                </a:cubicBezTo>
                <a:cubicBezTo>
                  <a:pt x="310400" y="34718"/>
                  <a:pt x="313496" y="34937"/>
                  <a:pt x="317344" y="35213"/>
                </a:cubicBezTo>
                <a:cubicBezTo>
                  <a:pt x="323249" y="35623"/>
                  <a:pt x="330946" y="36156"/>
                  <a:pt x="335003" y="48339"/>
                </a:cubicBezTo>
                <a:cubicBezTo>
                  <a:pt x="340385" y="64474"/>
                  <a:pt x="334403" y="95669"/>
                  <a:pt x="329631" y="120510"/>
                </a:cubicBezTo>
                <a:cubicBezTo>
                  <a:pt x="328460" y="126634"/>
                  <a:pt x="327364" y="132359"/>
                  <a:pt x="326526" y="137388"/>
                </a:cubicBezTo>
                <a:cubicBezTo>
                  <a:pt x="325050" y="146227"/>
                  <a:pt x="321535" y="158143"/>
                  <a:pt x="317211" y="172764"/>
                </a:cubicBezTo>
                <a:cubicBezTo>
                  <a:pt x="309086" y="200234"/>
                  <a:pt x="298142" y="237296"/>
                  <a:pt x="292608" y="281568"/>
                </a:cubicBezTo>
                <a:cubicBezTo>
                  <a:pt x="285816" y="335851"/>
                  <a:pt x="292608" y="394649"/>
                  <a:pt x="296846" y="417271"/>
                </a:cubicBezTo>
                <a:cubicBezTo>
                  <a:pt x="299227" y="429996"/>
                  <a:pt x="322287" y="408793"/>
                  <a:pt x="326526" y="383352"/>
                </a:cubicBezTo>
                <a:cubicBezTo>
                  <a:pt x="329641" y="364645"/>
                  <a:pt x="356273" y="309505"/>
                  <a:pt x="385895" y="285816"/>
                </a:cubicBezTo>
                <a:cubicBezTo>
                  <a:pt x="407098" y="268852"/>
                  <a:pt x="432539" y="273091"/>
                  <a:pt x="441026" y="285816"/>
                </a:cubicBezTo>
                <a:cubicBezTo>
                  <a:pt x="447132" y="294979"/>
                  <a:pt x="442245" y="301942"/>
                  <a:pt x="431111" y="317792"/>
                </a:cubicBezTo>
                <a:cubicBezTo>
                  <a:pt x="426777" y="323945"/>
                  <a:pt x="421509" y="331450"/>
                  <a:pt x="415575" y="340937"/>
                </a:cubicBezTo>
                <a:cubicBezTo>
                  <a:pt x="398211" y="368731"/>
                  <a:pt x="389381" y="393677"/>
                  <a:pt x="377428" y="427434"/>
                </a:cubicBezTo>
                <a:cubicBezTo>
                  <a:pt x="374789" y="434882"/>
                  <a:pt x="371998" y="442760"/>
                  <a:pt x="368931" y="451199"/>
                </a:cubicBezTo>
                <a:cubicBezTo>
                  <a:pt x="351967" y="497843"/>
                  <a:pt x="326526" y="527523"/>
                  <a:pt x="305323" y="531771"/>
                </a:cubicBezTo>
                <a:cubicBezTo>
                  <a:pt x="284121" y="536009"/>
                  <a:pt x="262918" y="544487"/>
                  <a:pt x="233238" y="561451"/>
                </a:cubicBezTo>
                <a:cubicBezTo>
                  <a:pt x="231857" y="562241"/>
                  <a:pt x="230504" y="563013"/>
                  <a:pt x="229200" y="563765"/>
                </a:cubicBezTo>
                <a:cubicBezTo>
                  <a:pt x="202301" y="579186"/>
                  <a:pt x="188852" y="586892"/>
                  <a:pt x="148418" y="586892"/>
                </a:cubicBezTo>
                <a:cubicBezTo>
                  <a:pt x="114500" y="586892"/>
                  <a:pt x="60788" y="598208"/>
                  <a:pt x="38166" y="603865"/>
                </a:cubicBezTo>
                <a:lnTo>
                  <a:pt x="37347" y="603865"/>
                </a:lnTo>
                <a:lnTo>
                  <a:pt x="0" y="608095"/>
                </a:lnTo>
                <a:cubicBezTo>
                  <a:pt x="0" y="581710"/>
                  <a:pt x="6705" y="527218"/>
                  <a:pt x="30984" y="485851"/>
                </a:cubicBezTo>
                <a:lnTo>
                  <a:pt x="33928" y="485127"/>
                </a:lnTo>
                <a:lnTo>
                  <a:pt x="72085" y="485127"/>
                </a:lnTo>
                <a:cubicBezTo>
                  <a:pt x="76323" y="483708"/>
                  <a:pt x="84810" y="474945"/>
                  <a:pt x="84810" y="451199"/>
                </a:cubicBezTo>
                <a:cubicBezTo>
                  <a:pt x="84810" y="421509"/>
                  <a:pt x="76333" y="379104"/>
                  <a:pt x="59369" y="340937"/>
                </a:cubicBezTo>
                <a:cubicBezTo>
                  <a:pt x="44557" y="307619"/>
                  <a:pt x="39443" y="280758"/>
                  <a:pt x="35566" y="260365"/>
                </a:cubicBezTo>
                <a:cubicBezTo>
                  <a:pt x="35004" y="257403"/>
                  <a:pt x="34461" y="254574"/>
                  <a:pt x="33928" y="251888"/>
                </a:cubicBezTo>
                <a:cubicBezTo>
                  <a:pt x="29689" y="230685"/>
                  <a:pt x="38166" y="137398"/>
                  <a:pt x="46643" y="120434"/>
                </a:cubicBezTo>
                <a:cubicBezTo>
                  <a:pt x="55130" y="103470"/>
                  <a:pt x="72094" y="107708"/>
                  <a:pt x="84810" y="120434"/>
                </a:cubicBezTo>
                <a:cubicBezTo>
                  <a:pt x="97536" y="133149"/>
                  <a:pt x="97536" y="179793"/>
                  <a:pt x="93297" y="217960"/>
                </a:cubicBezTo>
                <a:cubicBezTo>
                  <a:pt x="89058" y="256127"/>
                  <a:pt x="97536" y="285807"/>
                  <a:pt x="106013" y="302771"/>
                </a:cubicBezTo>
                <a:cubicBezTo>
                  <a:pt x="114490" y="319735"/>
                  <a:pt x="131454" y="315496"/>
                  <a:pt x="131454" y="294293"/>
                </a:cubicBezTo>
                <a:cubicBezTo>
                  <a:pt x="131454" y="286616"/>
                  <a:pt x="129625" y="275015"/>
                  <a:pt x="127425" y="261099"/>
                </a:cubicBezTo>
                <a:cubicBezTo>
                  <a:pt x="125968" y="251831"/>
                  <a:pt x="124339" y="241534"/>
                  <a:pt x="122977" y="230685"/>
                </a:cubicBezTo>
                <a:cubicBezTo>
                  <a:pt x="119891" y="205987"/>
                  <a:pt x="123548" y="192528"/>
                  <a:pt x="129035" y="172316"/>
                </a:cubicBezTo>
                <a:cubicBezTo>
                  <a:pt x="131083" y="164763"/>
                  <a:pt x="133388" y="156257"/>
                  <a:pt x="135702" y="145875"/>
                </a:cubicBezTo>
                <a:cubicBezTo>
                  <a:pt x="140112" y="126006"/>
                  <a:pt x="143094" y="108442"/>
                  <a:pt x="145684" y="93164"/>
                </a:cubicBezTo>
                <a:cubicBezTo>
                  <a:pt x="148066" y="79105"/>
                  <a:pt x="150123" y="66989"/>
                  <a:pt x="152666" y="56816"/>
                </a:cubicBezTo>
                <a:cubicBezTo>
                  <a:pt x="152857" y="56054"/>
                  <a:pt x="153038" y="55283"/>
                  <a:pt x="153238" y="54502"/>
                </a:cubicBezTo>
                <a:cubicBezTo>
                  <a:pt x="157314" y="37985"/>
                  <a:pt x="162105" y="18659"/>
                  <a:pt x="182346" y="18659"/>
                </a:cubicBezTo>
                <a:cubicBezTo>
                  <a:pt x="203549" y="18659"/>
                  <a:pt x="201187" y="48444"/>
                  <a:pt x="199310" y="65303"/>
                </a:cubicBezTo>
                <a:cubicBezTo>
                  <a:pt x="197053" y="85620"/>
                  <a:pt x="192385" y="107137"/>
                  <a:pt x="187880" y="127939"/>
                </a:cubicBezTo>
                <a:cubicBezTo>
                  <a:pt x="183927" y="146208"/>
                  <a:pt x="180089" y="163934"/>
                  <a:pt x="178107" y="179803"/>
                </a:cubicBezTo>
                <a:cubicBezTo>
                  <a:pt x="173869" y="213721"/>
                  <a:pt x="178107" y="256136"/>
                  <a:pt x="186585" y="273091"/>
                </a:cubicBezTo>
                <a:cubicBezTo>
                  <a:pt x="193367" y="286664"/>
                  <a:pt x="203549" y="281578"/>
                  <a:pt x="203549" y="264614"/>
                </a:cubicBezTo>
                <a:lnTo>
                  <a:pt x="203549" y="213721"/>
                </a:lnTo>
                <a:cubicBezTo>
                  <a:pt x="203549" y="209445"/>
                  <a:pt x="203463" y="205254"/>
                  <a:pt x="203368" y="201101"/>
                </a:cubicBezTo>
                <a:cubicBezTo>
                  <a:pt x="202853" y="176441"/>
                  <a:pt x="202368" y="153095"/>
                  <a:pt x="220513" y="120434"/>
                </a:cubicBezTo>
                <a:cubicBezTo>
                  <a:pt x="228495" y="106060"/>
                  <a:pt x="234676" y="88677"/>
                  <a:pt x="240639" y="71923"/>
                </a:cubicBezTo>
                <a:cubicBezTo>
                  <a:pt x="250507" y="44167"/>
                  <a:pt x="259775" y="18107"/>
                  <a:pt x="275634" y="10172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575582" y="526606"/>
            <a:ext cx="447133" cy="608101"/>
          </a:xfrm>
          <a:custGeom>
            <a:avLst/>
            <a:gdLst/>
            <a:ahLst/>
            <a:cxnLst/>
            <a:rect l="0" t="0" r="0" b="0"/>
            <a:pathLst>
              <a:path w="447133" h="608101">
                <a:moveTo>
                  <a:pt x="38165" y="603860"/>
                </a:moveTo>
                <a:cubicBezTo>
                  <a:pt x="60782" y="598206"/>
                  <a:pt x="114496" y="586897"/>
                  <a:pt x="148421" y="586897"/>
                </a:cubicBezTo>
                <a:cubicBezTo>
                  <a:pt x="188854" y="586897"/>
                  <a:pt x="202301" y="579187"/>
                  <a:pt x="229195" y="563767"/>
                </a:cubicBezTo>
                <a:cubicBezTo>
                  <a:pt x="230508" y="563014"/>
                  <a:pt x="231852" y="562243"/>
                  <a:pt x="233233" y="561454"/>
                </a:cubicBezTo>
                <a:cubicBezTo>
                  <a:pt x="262918" y="544491"/>
                  <a:pt x="284121" y="536010"/>
                  <a:pt x="305324" y="531769"/>
                </a:cubicBezTo>
                <a:cubicBezTo>
                  <a:pt x="326527" y="527529"/>
                  <a:pt x="351971" y="497844"/>
                  <a:pt x="368933" y="451197"/>
                </a:cubicBezTo>
                <a:cubicBezTo>
                  <a:pt x="372000" y="442765"/>
                  <a:pt x="374789" y="434887"/>
                  <a:pt x="377426" y="427438"/>
                </a:cubicBezTo>
                <a:cubicBezTo>
                  <a:pt x="389378" y="393680"/>
                  <a:pt x="398210" y="368734"/>
                  <a:pt x="415580" y="340941"/>
                </a:cubicBezTo>
                <a:cubicBezTo>
                  <a:pt x="421511" y="331451"/>
                  <a:pt x="426778" y="323953"/>
                  <a:pt x="431104" y="317795"/>
                </a:cubicBezTo>
                <a:cubicBezTo>
                  <a:pt x="442242" y="301940"/>
                  <a:pt x="447133" y="294977"/>
                  <a:pt x="441024" y="285814"/>
                </a:cubicBezTo>
                <a:cubicBezTo>
                  <a:pt x="432543" y="273091"/>
                  <a:pt x="407099" y="268852"/>
                  <a:pt x="385896" y="285814"/>
                </a:cubicBezTo>
                <a:cubicBezTo>
                  <a:pt x="356277" y="309506"/>
                  <a:pt x="329645" y="364642"/>
                  <a:pt x="326527" y="383349"/>
                </a:cubicBezTo>
                <a:cubicBezTo>
                  <a:pt x="322287" y="408793"/>
                  <a:pt x="299228" y="429996"/>
                  <a:pt x="296843" y="417274"/>
                </a:cubicBezTo>
                <a:cubicBezTo>
                  <a:pt x="292602" y="394658"/>
                  <a:pt x="285817" y="335854"/>
                  <a:pt x="292602" y="281575"/>
                </a:cubicBezTo>
                <a:cubicBezTo>
                  <a:pt x="298137" y="237296"/>
                  <a:pt x="309089" y="200242"/>
                  <a:pt x="317210" y="172769"/>
                </a:cubicBezTo>
                <a:cubicBezTo>
                  <a:pt x="321534" y="158143"/>
                  <a:pt x="325054" y="146233"/>
                  <a:pt x="326527" y="137394"/>
                </a:cubicBezTo>
                <a:cubicBezTo>
                  <a:pt x="327365" y="132366"/>
                  <a:pt x="328465" y="126633"/>
                  <a:pt x="329638" y="120516"/>
                </a:cubicBezTo>
                <a:cubicBezTo>
                  <a:pt x="334404" y="95674"/>
                  <a:pt x="340388" y="64481"/>
                  <a:pt x="335009" y="48340"/>
                </a:cubicBezTo>
                <a:cubicBezTo>
                  <a:pt x="330948" y="36159"/>
                  <a:pt x="323251" y="35621"/>
                  <a:pt x="317342" y="35208"/>
                </a:cubicBezTo>
                <a:cubicBezTo>
                  <a:pt x="313492" y="34939"/>
                  <a:pt x="310401" y="34723"/>
                  <a:pt x="309564" y="31378"/>
                </a:cubicBezTo>
                <a:cubicBezTo>
                  <a:pt x="306737" y="20070"/>
                  <a:pt x="295995" y="0"/>
                  <a:pt x="275640" y="10177"/>
                </a:cubicBezTo>
                <a:cubicBezTo>
                  <a:pt x="259776" y="18109"/>
                  <a:pt x="250506" y="44172"/>
                  <a:pt x="240636" y="71925"/>
                </a:cubicBezTo>
                <a:cubicBezTo>
                  <a:pt x="234675" y="88685"/>
                  <a:pt x="228495" y="106061"/>
                  <a:pt x="220512" y="120431"/>
                </a:cubicBezTo>
                <a:cubicBezTo>
                  <a:pt x="202365" y="153096"/>
                  <a:pt x="202855" y="176442"/>
                  <a:pt x="203374" y="201103"/>
                </a:cubicBezTo>
                <a:cubicBezTo>
                  <a:pt x="203461" y="205256"/>
                  <a:pt x="203549" y="209446"/>
                  <a:pt x="203549" y="213725"/>
                </a:cubicBezTo>
                <a:lnTo>
                  <a:pt x="203549" y="264612"/>
                </a:lnTo>
                <a:cubicBezTo>
                  <a:pt x="203549" y="281575"/>
                  <a:pt x="193372" y="286663"/>
                  <a:pt x="186587" y="273093"/>
                </a:cubicBezTo>
                <a:cubicBezTo>
                  <a:pt x="178105" y="256130"/>
                  <a:pt x="173865" y="213725"/>
                  <a:pt x="178105" y="179800"/>
                </a:cubicBezTo>
                <a:cubicBezTo>
                  <a:pt x="180089" y="163934"/>
                  <a:pt x="183927" y="146213"/>
                  <a:pt x="187885" y="127939"/>
                </a:cubicBezTo>
                <a:cubicBezTo>
                  <a:pt x="192391" y="107137"/>
                  <a:pt x="197051" y="85619"/>
                  <a:pt x="199308" y="65303"/>
                </a:cubicBezTo>
                <a:cubicBezTo>
                  <a:pt x="201182" y="48444"/>
                  <a:pt x="203549" y="18656"/>
                  <a:pt x="182346" y="18656"/>
                </a:cubicBezTo>
                <a:cubicBezTo>
                  <a:pt x="162099" y="18656"/>
                  <a:pt x="157319" y="37990"/>
                  <a:pt x="153237" y="54504"/>
                </a:cubicBezTo>
                <a:cubicBezTo>
                  <a:pt x="153044" y="55283"/>
                  <a:pt x="152853" y="56057"/>
                  <a:pt x="152662" y="56822"/>
                </a:cubicBezTo>
                <a:cubicBezTo>
                  <a:pt x="150120" y="66988"/>
                  <a:pt x="148066" y="79104"/>
                  <a:pt x="145681" y="93170"/>
                </a:cubicBezTo>
                <a:cubicBezTo>
                  <a:pt x="143092" y="108440"/>
                  <a:pt x="140114" y="126008"/>
                  <a:pt x="135699" y="145874"/>
                </a:cubicBezTo>
                <a:cubicBezTo>
                  <a:pt x="133392" y="156259"/>
                  <a:pt x="131084" y="164760"/>
                  <a:pt x="129032" y="172317"/>
                </a:cubicBezTo>
                <a:cubicBezTo>
                  <a:pt x="123544" y="192533"/>
                  <a:pt x="119890" y="205993"/>
                  <a:pt x="122978" y="230687"/>
                </a:cubicBezTo>
                <a:cubicBezTo>
                  <a:pt x="124333" y="241536"/>
                  <a:pt x="125961" y="251831"/>
                  <a:pt x="127426" y="261099"/>
                </a:cubicBezTo>
                <a:cubicBezTo>
                  <a:pt x="129626" y="275014"/>
                  <a:pt x="131458" y="286613"/>
                  <a:pt x="131458" y="294296"/>
                </a:cubicBezTo>
                <a:cubicBezTo>
                  <a:pt x="131458" y="315499"/>
                  <a:pt x="114496" y="319740"/>
                  <a:pt x="106015" y="302777"/>
                </a:cubicBezTo>
                <a:cubicBezTo>
                  <a:pt x="97534" y="285815"/>
                  <a:pt x="89052" y="256130"/>
                  <a:pt x="93293" y="217965"/>
                </a:cubicBezTo>
                <a:cubicBezTo>
                  <a:pt x="97534" y="179800"/>
                  <a:pt x="97534" y="133153"/>
                  <a:pt x="84812" y="120431"/>
                </a:cubicBezTo>
                <a:cubicBezTo>
                  <a:pt x="72090" y="107709"/>
                  <a:pt x="55127" y="103469"/>
                  <a:pt x="46646" y="120431"/>
                </a:cubicBezTo>
                <a:cubicBezTo>
                  <a:pt x="38165" y="137394"/>
                  <a:pt x="29684" y="230687"/>
                  <a:pt x="33924" y="251890"/>
                </a:cubicBezTo>
                <a:cubicBezTo>
                  <a:pt x="34462" y="254580"/>
                  <a:pt x="35000" y="257406"/>
                  <a:pt x="35564" y="260369"/>
                </a:cubicBezTo>
                <a:cubicBezTo>
                  <a:pt x="39446" y="280760"/>
                  <a:pt x="44557" y="307616"/>
                  <a:pt x="59368" y="340941"/>
                </a:cubicBezTo>
                <a:cubicBezTo>
                  <a:pt x="76331" y="379109"/>
                  <a:pt x="84812" y="421511"/>
                  <a:pt x="84812" y="451197"/>
                </a:cubicBezTo>
                <a:cubicBezTo>
                  <a:pt x="84812" y="474946"/>
                  <a:pt x="76331" y="483710"/>
                  <a:pt x="72090" y="485124"/>
                </a:cubicBezTo>
                <a:lnTo>
                  <a:pt x="33924" y="485124"/>
                </a:lnTo>
                <a:lnTo>
                  <a:pt x="30984" y="485859"/>
                </a:lnTo>
                <a:cubicBezTo>
                  <a:pt x="6702" y="527221"/>
                  <a:pt x="0" y="581717"/>
                  <a:pt x="0" y="608101"/>
                </a:cubicBezTo>
                <a:lnTo>
                  <a:pt x="37342" y="604366"/>
                </a:lnTo>
                <a:lnTo>
                  <a:pt x="38165" y="603860"/>
                </a:lnTo>
                <a:close/>
                <a:moveTo>
                  <a:pt x="309564" y="31378"/>
                </a:moveTo>
                <a:cubicBezTo>
                  <a:pt x="310978" y="41272"/>
                  <a:pt x="309564" y="69544"/>
                  <a:pt x="292602" y="103469"/>
                </a:cubicBezTo>
                <a:cubicBezTo>
                  <a:pt x="283408" y="121856"/>
                  <a:pt x="276606" y="130676"/>
                  <a:pt x="271851" y="136843"/>
                </a:cubicBezTo>
                <a:cubicBezTo>
                  <a:pt x="265639" y="144898"/>
                  <a:pt x="262918" y="148426"/>
                  <a:pt x="262918" y="162837"/>
                </a:cubicBezTo>
                <a:cubicBezTo>
                  <a:pt x="262918" y="183192"/>
                  <a:pt x="260091" y="233514"/>
                  <a:pt x="258677" y="256130"/>
                </a:cubicBezTo>
              </a:path>
            </a:pathLst>
          </a:custGeom>
          <a:noFill/>
          <a:ln w="4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474598" y="490137"/>
            <a:ext cx="496433" cy="635774"/>
          </a:xfrm>
          <a:custGeom>
            <a:avLst/>
            <a:gdLst/>
            <a:ahLst/>
            <a:cxnLst/>
            <a:rect l="0" t="0" r="0" b="0"/>
            <a:pathLst>
              <a:path w="496433" h="635774">
                <a:moveTo>
                  <a:pt x="318039" y="627611"/>
                </a:moveTo>
                <a:cubicBezTo>
                  <a:pt x="348576" y="624220"/>
                  <a:pt x="409127" y="626192"/>
                  <a:pt x="434568" y="627611"/>
                </a:cubicBezTo>
                <a:lnTo>
                  <a:pt x="483355" y="635774"/>
                </a:lnTo>
                <a:cubicBezTo>
                  <a:pt x="496433" y="613438"/>
                  <a:pt x="485003" y="550135"/>
                  <a:pt x="462257" y="488061"/>
                </a:cubicBezTo>
                <a:cubicBezTo>
                  <a:pt x="462257" y="488061"/>
                  <a:pt x="417356" y="483203"/>
                  <a:pt x="411337" y="479193"/>
                </a:cubicBezTo>
                <a:lnTo>
                  <a:pt x="411337" y="457990"/>
                </a:lnTo>
                <a:cubicBezTo>
                  <a:pt x="412632" y="424834"/>
                  <a:pt x="428644" y="385019"/>
                  <a:pt x="436778" y="364693"/>
                </a:cubicBezTo>
                <a:cubicBezTo>
                  <a:pt x="440054" y="356511"/>
                  <a:pt x="445855" y="347691"/>
                  <a:pt x="452227" y="338004"/>
                </a:cubicBezTo>
                <a:cubicBezTo>
                  <a:pt x="462372" y="322583"/>
                  <a:pt x="473983" y="304952"/>
                  <a:pt x="479183" y="284121"/>
                </a:cubicBezTo>
                <a:cubicBezTo>
                  <a:pt x="487670" y="250193"/>
                  <a:pt x="487670" y="186585"/>
                  <a:pt x="487670" y="178107"/>
                </a:cubicBezTo>
                <a:cubicBezTo>
                  <a:pt x="487670" y="176460"/>
                  <a:pt x="487984" y="173707"/>
                  <a:pt x="488375" y="170326"/>
                </a:cubicBezTo>
                <a:cubicBezTo>
                  <a:pt x="489994" y="156267"/>
                  <a:pt x="492861" y="131454"/>
                  <a:pt x="479183" y="131454"/>
                </a:cubicBezTo>
                <a:cubicBezTo>
                  <a:pt x="462219" y="131454"/>
                  <a:pt x="449503" y="152666"/>
                  <a:pt x="441017" y="173869"/>
                </a:cubicBezTo>
                <a:cubicBezTo>
                  <a:pt x="432539" y="195071"/>
                  <a:pt x="432539" y="241715"/>
                  <a:pt x="432539" y="254431"/>
                </a:cubicBezTo>
                <a:cubicBezTo>
                  <a:pt x="432539" y="267157"/>
                  <a:pt x="377409" y="322287"/>
                  <a:pt x="377409" y="309562"/>
                </a:cubicBezTo>
                <a:cubicBezTo>
                  <a:pt x="377409" y="296846"/>
                  <a:pt x="390134" y="212026"/>
                  <a:pt x="394373" y="186585"/>
                </a:cubicBezTo>
                <a:cubicBezTo>
                  <a:pt x="395706" y="178574"/>
                  <a:pt x="398726" y="166792"/>
                  <a:pt x="402097" y="153600"/>
                </a:cubicBezTo>
                <a:cubicBezTo>
                  <a:pt x="409441" y="124882"/>
                  <a:pt x="418480" y="89525"/>
                  <a:pt x="415575" y="72094"/>
                </a:cubicBezTo>
                <a:cubicBezTo>
                  <a:pt x="411337" y="46653"/>
                  <a:pt x="394373" y="46643"/>
                  <a:pt x="381647" y="46643"/>
                </a:cubicBezTo>
                <a:cubicBezTo>
                  <a:pt x="368931" y="46643"/>
                  <a:pt x="351967" y="80571"/>
                  <a:pt x="351967" y="114500"/>
                </a:cubicBezTo>
                <a:cubicBezTo>
                  <a:pt x="351967" y="136712"/>
                  <a:pt x="333784" y="213483"/>
                  <a:pt x="322421" y="261451"/>
                </a:cubicBezTo>
                <a:cubicBezTo>
                  <a:pt x="320840" y="268138"/>
                  <a:pt x="319382" y="274253"/>
                  <a:pt x="318134" y="279587"/>
                </a:cubicBezTo>
                <a:cubicBezTo>
                  <a:pt x="322430" y="250450"/>
                  <a:pt x="327698" y="199072"/>
                  <a:pt x="330765" y="165382"/>
                </a:cubicBezTo>
                <a:cubicBezTo>
                  <a:pt x="335003" y="118738"/>
                  <a:pt x="335003" y="55130"/>
                  <a:pt x="335003" y="42405"/>
                </a:cubicBezTo>
                <a:cubicBezTo>
                  <a:pt x="335003" y="29679"/>
                  <a:pt x="330765" y="16964"/>
                  <a:pt x="318039" y="8477"/>
                </a:cubicBezTo>
                <a:cubicBezTo>
                  <a:pt x="305323" y="0"/>
                  <a:pt x="288359" y="21202"/>
                  <a:pt x="284121" y="33928"/>
                </a:cubicBezTo>
                <a:cubicBezTo>
                  <a:pt x="279873" y="46643"/>
                  <a:pt x="267157" y="101774"/>
                  <a:pt x="267157" y="152666"/>
                </a:cubicBezTo>
                <a:cubicBezTo>
                  <a:pt x="267157" y="193376"/>
                  <a:pt x="255851" y="262918"/>
                  <a:pt x="250193" y="292598"/>
                </a:cubicBezTo>
                <a:cubicBezTo>
                  <a:pt x="245954" y="267157"/>
                  <a:pt x="237467" y="211178"/>
                  <a:pt x="237467" y="190823"/>
                </a:cubicBezTo>
                <a:cubicBezTo>
                  <a:pt x="237467" y="171745"/>
                  <a:pt x="201691" y="124044"/>
                  <a:pt x="182013" y="97802"/>
                </a:cubicBezTo>
                <a:cubicBezTo>
                  <a:pt x="175450" y="89058"/>
                  <a:pt x="170678" y="82696"/>
                  <a:pt x="169621" y="80571"/>
                </a:cubicBezTo>
                <a:cubicBezTo>
                  <a:pt x="165382" y="72094"/>
                  <a:pt x="139931" y="46653"/>
                  <a:pt x="127215" y="72094"/>
                </a:cubicBezTo>
                <a:cubicBezTo>
                  <a:pt x="114490" y="97536"/>
                  <a:pt x="135693" y="148428"/>
                  <a:pt x="156895" y="173869"/>
                </a:cubicBezTo>
                <a:cubicBezTo>
                  <a:pt x="175450" y="196119"/>
                  <a:pt x="177765" y="211893"/>
                  <a:pt x="183737" y="252393"/>
                </a:cubicBezTo>
                <a:cubicBezTo>
                  <a:pt x="184594" y="258194"/>
                  <a:pt x="185518" y="264499"/>
                  <a:pt x="186585" y="271405"/>
                </a:cubicBezTo>
                <a:cubicBezTo>
                  <a:pt x="193033" y="313324"/>
                  <a:pt x="184765" y="384695"/>
                  <a:pt x="180441" y="422062"/>
                </a:cubicBezTo>
                <a:cubicBezTo>
                  <a:pt x="179079" y="433825"/>
                  <a:pt x="178098" y="442217"/>
                  <a:pt x="178098" y="445265"/>
                </a:cubicBezTo>
                <a:cubicBezTo>
                  <a:pt x="178098" y="457990"/>
                  <a:pt x="161143" y="462229"/>
                  <a:pt x="144179" y="453751"/>
                </a:cubicBezTo>
                <a:cubicBezTo>
                  <a:pt x="127215" y="445265"/>
                  <a:pt x="118729" y="411346"/>
                  <a:pt x="114490" y="394382"/>
                </a:cubicBezTo>
                <a:cubicBezTo>
                  <a:pt x="110251" y="377418"/>
                  <a:pt x="97526" y="356206"/>
                  <a:pt x="76323" y="339251"/>
                </a:cubicBezTo>
                <a:cubicBezTo>
                  <a:pt x="55121" y="322287"/>
                  <a:pt x="25441" y="322287"/>
                  <a:pt x="16954" y="326526"/>
                </a:cubicBezTo>
                <a:cubicBezTo>
                  <a:pt x="8477" y="330765"/>
                  <a:pt x="0" y="364693"/>
                  <a:pt x="25441" y="390134"/>
                </a:cubicBezTo>
                <a:cubicBezTo>
                  <a:pt x="50882" y="415575"/>
                  <a:pt x="67846" y="462229"/>
                  <a:pt x="76323" y="496147"/>
                </a:cubicBezTo>
                <a:cubicBezTo>
                  <a:pt x="83000" y="522836"/>
                  <a:pt x="89668" y="528532"/>
                  <a:pt x="112852" y="548316"/>
                </a:cubicBezTo>
                <a:cubicBezTo>
                  <a:pt x="119138" y="553688"/>
                  <a:pt x="126644" y="560098"/>
                  <a:pt x="135693" y="568242"/>
                </a:cubicBezTo>
                <a:cubicBezTo>
                  <a:pt x="161658" y="591607"/>
                  <a:pt x="173316" y="594312"/>
                  <a:pt x="188185" y="597760"/>
                </a:cubicBezTo>
                <a:cubicBezTo>
                  <a:pt x="197596" y="599941"/>
                  <a:pt x="208302" y="602427"/>
                  <a:pt x="224751" y="610647"/>
                </a:cubicBezTo>
                <a:cubicBezTo>
                  <a:pt x="267157" y="631850"/>
                  <a:pt x="279873" y="631850"/>
                  <a:pt x="318039" y="627611"/>
                </a:cubicBezTo>
                <a:moveTo>
                  <a:pt x="318134" y="279587"/>
                </a:moveTo>
                <a:cubicBezTo>
                  <a:pt x="314658" y="294455"/>
                  <a:pt x="312724" y="303237"/>
                  <a:pt x="313801" y="301085"/>
                </a:cubicBezTo>
                <a:cubicBezTo>
                  <a:pt x="314982" y="298723"/>
                  <a:pt x="316487" y="290807"/>
                  <a:pt x="318134" y="279587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474594" y="490138"/>
            <a:ext cx="496434" cy="635774"/>
          </a:xfrm>
          <a:custGeom>
            <a:avLst/>
            <a:gdLst/>
            <a:ahLst/>
            <a:cxnLst/>
            <a:rect l="0" t="0" r="0" b="0"/>
            <a:pathLst>
              <a:path w="496434" h="635774">
                <a:moveTo>
                  <a:pt x="318046" y="627610"/>
                </a:moveTo>
                <a:cubicBezTo>
                  <a:pt x="348579" y="624217"/>
                  <a:pt x="409127" y="626196"/>
                  <a:pt x="434571" y="627610"/>
                </a:cubicBezTo>
                <a:lnTo>
                  <a:pt x="483362" y="635774"/>
                </a:lnTo>
                <a:cubicBezTo>
                  <a:pt x="496434" y="613437"/>
                  <a:pt x="485009" y="550133"/>
                  <a:pt x="462260" y="488064"/>
                </a:cubicBezTo>
                <a:cubicBezTo>
                  <a:pt x="462260" y="488064"/>
                  <a:pt x="417360" y="483202"/>
                  <a:pt x="411340" y="479188"/>
                </a:cubicBezTo>
                <a:lnTo>
                  <a:pt x="411340" y="457985"/>
                </a:lnTo>
                <a:cubicBezTo>
                  <a:pt x="412637" y="424837"/>
                  <a:pt x="428651" y="385022"/>
                  <a:pt x="436783" y="364692"/>
                </a:cubicBezTo>
                <a:cubicBezTo>
                  <a:pt x="440057" y="356507"/>
                  <a:pt x="445858" y="347691"/>
                  <a:pt x="452236" y="337999"/>
                </a:cubicBezTo>
                <a:cubicBezTo>
                  <a:pt x="462380" y="322582"/>
                  <a:pt x="473982" y="304950"/>
                  <a:pt x="479190" y="284120"/>
                </a:cubicBezTo>
                <a:cubicBezTo>
                  <a:pt x="487671" y="250195"/>
                  <a:pt x="487671" y="186586"/>
                  <a:pt x="487671" y="178104"/>
                </a:cubicBezTo>
                <a:cubicBezTo>
                  <a:pt x="487671" y="176462"/>
                  <a:pt x="487989" y="173705"/>
                  <a:pt x="488379" y="170327"/>
                </a:cubicBezTo>
                <a:cubicBezTo>
                  <a:pt x="490002" y="156269"/>
                  <a:pt x="492866" y="131457"/>
                  <a:pt x="479190" y="131457"/>
                </a:cubicBezTo>
                <a:cubicBezTo>
                  <a:pt x="462227" y="131457"/>
                  <a:pt x="449505" y="152662"/>
                  <a:pt x="441024" y="173867"/>
                </a:cubicBezTo>
                <a:cubicBezTo>
                  <a:pt x="432543" y="195072"/>
                  <a:pt x="432543" y="241713"/>
                  <a:pt x="432543" y="254436"/>
                </a:cubicBezTo>
                <a:cubicBezTo>
                  <a:pt x="432543" y="267158"/>
                  <a:pt x="377415" y="322285"/>
                  <a:pt x="377415" y="309563"/>
                </a:cubicBezTo>
                <a:cubicBezTo>
                  <a:pt x="377415" y="296842"/>
                  <a:pt x="390136" y="212029"/>
                  <a:pt x="394377" y="186586"/>
                </a:cubicBezTo>
                <a:cubicBezTo>
                  <a:pt x="395712" y="178578"/>
                  <a:pt x="398726" y="166791"/>
                  <a:pt x="402099" y="153603"/>
                </a:cubicBezTo>
                <a:cubicBezTo>
                  <a:pt x="409443" y="124885"/>
                  <a:pt x="418486" y="89526"/>
                  <a:pt x="415580" y="72092"/>
                </a:cubicBezTo>
                <a:cubicBezTo>
                  <a:pt x="411340" y="46651"/>
                  <a:pt x="394377" y="46645"/>
                  <a:pt x="381656" y="46645"/>
                </a:cubicBezTo>
                <a:cubicBezTo>
                  <a:pt x="368933" y="46645"/>
                  <a:pt x="351971" y="80573"/>
                  <a:pt x="351971" y="114495"/>
                </a:cubicBezTo>
                <a:cubicBezTo>
                  <a:pt x="351971" y="136710"/>
                  <a:pt x="333784" y="213487"/>
                  <a:pt x="322422" y="261454"/>
                </a:cubicBezTo>
                <a:cubicBezTo>
                  <a:pt x="320840" y="268133"/>
                  <a:pt x="319391" y="274253"/>
                  <a:pt x="318140" y="279590"/>
                </a:cubicBezTo>
                <a:cubicBezTo>
                  <a:pt x="322432" y="250445"/>
                  <a:pt x="327705" y="199068"/>
                  <a:pt x="330768" y="165382"/>
                </a:cubicBezTo>
                <a:cubicBezTo>
                  <a:pt x="335009" y="118736"/>
                  <a:pt x="335009" y="55127"/>
                  <a:pt x="335009" y="42405"/>
                </a:cubicBezTo>
                <a:cubicBezTo>
                  <a:pt x="335009" y="29683"/>
                  <a:pt x="330768" y="16962"/>
                  <a:pt x="318046" y="8481"/>
                </a:cubicBezTo>
                <a:cubicBezTo>
                  <a:pt x="305324" y="0"/>
                  <a:pt x="288362" y="21203"/>
                  <a:pt x="284121" y="33924"/>
                </a:cubicBezTo>
                <a:cubicBezTo>
                  <a:pt x="279880" y="46646"/>
                  <a:pt x="267159" y="101774"/>
                  <a:pt x="267159" y="152662"/>
                </a:cubicBezTo>
                <a:cubicBezTo>
                  <a:pt x="267159" y="193372"/>
                  <a:pt x="255850" y="262918"/>
                  <a:pt x="250196" y="292602"/>
                </a:cubicBezTo>
                <a:cubicBezTo>
                  <a:pt x="245955" y="267159"/>
                  <a:pt x="237475" y="211182"/>
                  <a:pt x="237475" y="190828"/>
                </a:cubicBezTo>
                <a:cubicBezTo>
                  <a:pt x="237475" y="171745"/>
                  <a:pt x="201694" y="124039"/>
                  <a:pt x="182015" y="97801"/>
                </a:cubicBezTo>
                <a:cubicBezTo>
                  <a:pt x="175455" y="89054"/>
                  <a:pt x="170685" y="82694"/>
                  <a:pt x="169624" y="80573"/>
                </a:cubicBezTo>
                <a:cubicBezTo>
                  <a:pt x="165384" y="72092"/>
                  <a:pt x="139940" y="46648"/>
                  <a:pt x="127218" y="72092"/>
                </a:cubicBezTo>
                <a:cubicBezTo>
                  <a:pt x="114496" y="97536"/>
                  <a:pt x="135699" y="148423"/>
                  <a:pt x="156903" y="173867"/>
                </a:cubicBezTo>
                <a:cubicBezTo>
                  <a:pt x="175450" y="196123"/>
                  <a:pt x="177773" y="211890"/>
                  <a:pt x="183740" y="252389"/>
                </a:cubicBezTo>
                <a:cubicBezTo>
                  <a:pt x="184595" y="258189"/>
                  <a:pt x="185525" y="264495"/>
                  <a:pt x="186587" y="271401"/>
                </a:cubicBezTo>
                <a:cubicBezTo>
                  <a:pt x="193037" y="313328"/>
                  <a:pt x="184770" y="384691"/>
                  <a:pt x="180441" y="422059"/>
                </a:cubicBezTo>
                <a:cubicBezTo>
                  <a:pt x="179078" y="433824"/>
                  <a:pt x="178105" y="442220"/>
                  <a:pt x="178105" y="445266"/>
                </a:cubicBezTo>
                <a:cubicBezTo>
                  <a:pt x="178105" y="457988"/>
                  <a:pt x="161143" y="462229"/>
                  <a:pt x="144181" y="453748"/>
                </a:cubicBezTo>
                <a:cubicBezTo>
                  <a:pt x="127218" y="445266"/>
                  <a:pt x="118737" y="411341"/>
                  <a:pt x="114496" y="394379"/>
                </a:cubicBezTo>
                <a:cubicBezTo>
                  <a:pt x="110256" y="377417"/>
                  <a:pt x="97534" y="356209"/>
                  <a:pt x="76331" y="339246"/>
                </a:cubicBezTo>
                <a:cubicBezTo>
                  <a:pt x="55128" y="322284"/>
                  <a:pt x="25444" y="322284"/>
                  <a:pt x="16962" y="326524"/>
                </a:cubicBezTo>
                <a:cubicBezTo>
                  <a:pt x="8481" y="330765"/>
                  <a:pt x="0" y="364690"/>
                  <a:pt x="25444" y="390133"/>
                </a:cubicBezTo>
                <a:cubicBezTo>
                  <a:pt x="50887" y="415578"/>
                  <a:pt x="67849" y="462224"/>
                  <a:pt x="76331" y="496149"/>
                </a:cubicBezTo>
                <a:cubicBezTo>
                  <a:pt x="83002" y="522834"/>
                  <a:pt x="89673" y="528529"/>
                  <a:pt x="112855" y="548318"/>
                </a:cubicBezTo>
                <a:cubicBezTo>
                  <a:pt x="119144" y="553688"/>
                  <a:pt x="126649" y="560094"/>
                  <a:pt x="135699" y="568239"/>
                </a:cubicBezTo>
                <a:cubicBezTo>
                  <a:pt x="161661" y="591605"/>
                  <a:pt x="173318" y="594308"/>
                  <a:pt x="188184" y="597756"/>
                </a:cubicBezTo>
                <a:cubicBezTo>
                  <a:pt x="197602" y="599941"/>
                  <a:pt x="208307" y="602423"/>
                  <a:pt x="224752" y="610646"/>
                </a:cubicBezTo>
                <a:cubicBezTo>
                  <a:pt x="267159" y="631849"/>
                  <a:pt x="279880" y="631850"/>
                  <a:pt x="318046" y="627610"/>
                </a:cubicBezTo>
                <a:close/>
                <a:moveTo>
                  <a:pt x="318140" y="279590"/>
                </a:moveTo>
                <a:cubicBezTo>
                  <a:pt x="314659" y="294451"/>
                  <a:pt x="312728" y="303236"/>
                  <a:pt x="313805" y="301082"/>
                </a:cubicBezTo>
                <a:cubicBezTo>
                  <a:pt x="314984" y="298726"/>
                  <a:pt x="316490" y="290804"/>
                  <a:pt x="318140" y="279590"/>
                </a:cubicBezTo>
                <a:close/>
              </a:path>
            </a:pathLst>
          </a:custGeom>
          <a:noFill/>
          <a:ln w="4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923251" y="964796"/>
            <a:ext cx="323135" cy="228990"/>
          </a:xfrm>
          <a:custGeom>
            <a:avLst/>
            <a:gdLst/>
            <a:ahLst/>
            <a:cxnLst/>
            <a:rect l="0" t="0" r="0" b="0"/>
            <a:pathLst>
              <a:path w="323135" h="228990">
                <a:moveTo>
                  <a:pt x="13573" y="12725"/>
                </a:moveTo>
                <a:cubicBezTo>
                  <a:pt x="24879" y="42405"/>
                  <a:pt x="45796" y="111099"/>
                  <a:pt x="39014" y="148418"/>
                </a:cubicBezTo>
                <a:cubicBezTo>
                  <a:pt x="37995" y="154000"/>
                  <a:pt x="36204" y="158572"/>
                  <a:pt x="34766" y="161143"/>
                </a:cubicBezTo>
                <a:cubicBezTo>
                  <a:pt x="22412" y="158715"/>
                  <a:pt x="0" y="155333"/>
                  <a:pt x="0" y="155333"/>
                </a:cubicBezTo>
                <a:cubicBezTo>
                  <a:pt x="7067" y="169468"/>
                  <a:pt x="29679" y="216274"/>
                  <a:pt x="60217" y="216274"/>
                </a:cubicBezTo>
                <a:cubicBezTo>
                  <a:pt x="98383" y="216274"/>
                  <a:pt x="276491" y="228990"/>
                  <a:pt x="323135" y="228990"/>
                </a:cubicBezTo>
                <a:lnTo>
                  <a:pt x="323135" y="0"/>
                </a:lnTo>
                <a:cubicBezTo>
                  <a:pt x="277901" y="4238"/>
                  <a:pt x="173869" y="12725"/>
                  <a:pt x="119586" y="12725"/>
                </a:cubicBezTo>
                <a:cubicBezTo>
                  <a:pt x="51739" y="12725"/>
                  <a:pt x="55978" y="8477"/>
                  <a:pt x="34775" y="4238"/>
                </a:cubicBezTo>
                <a:cubicBezTo>
                  <a:pt x="17811" y="847"/>
                  <a:pt x="13573" y="8477"/>
                  <a:pt x="13573" y="1272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923251" y="964796"/>
            <a:ext cx="323134" cy="228993"/>
          </a:xfrm>
          <a:custGeom>
            <a:avLst/>
            <a:gdLst/>
            <a:ahLst/>
            <a:cxnLst/>
            <a:rect l="0" t="0" r="0" b="0"/>
            <a:pathLst>
              <a:path w="323134" h="228993">
                <a:moveTo>
                  <a:pt x="13570" y="12722"/>
                </a:moveTo>
                <a:cubicBezTo>
                  <a:pt x="24878" y="42406"/>
                  <a:pt x="45798" y="111104"/>
                  <a:pt x="39013" y="148421"/>
                </a:cubicBezTo>
                <a:cubicBezTo>
                  <a:pt x="37999" y="153999"/>
                  <a:pt x="36201" y="158573"/>
                  <a:pt x="34769" y="161147"/>
                </a:cubicBezTo>
                <a:cubicBezTo>
                  <a:pt x="22417" y="158713"/>
                  <a:pt x="0" y="155336"/>
                  <a:pt x="0" y="155336"/>
                </a:cubicBezTo>
                <a:cubicBezTo>
                  <a:pt x="7067" y="169471"/>
                  <a:pt x="29684" y="216271"/>
                  <a:pt x="60216" y="216271"/>
                </a:cubicBezTo>
                <a:cubicBezTo>
                  <a:pt x="98382" y="216271"/>
                  <a:pt x="276488" y="228993"/>
                  <a:pt x="323134" y="228993"/>
                </a:cubicBezTo>
                <a:lnTo>
                  <a:pt x="323134" y="0"/>
                </a:lnTo>
                <a:cubicBezTo>
                  <a:pt x="277901" y="4240"/>
                  <a:pt x="173865" y="12722"/>
                  <a:pt x="119585" y="12722"/>
                </a:cubicBezTo>
                <a:cubicBezTo>
                  <a:pt x="51735" y="12722"/>
                  <a:pt x="55975" y="8481"/>
                  <a:pt x="34772" y="4240"/>
                </a:cubicBezTo>
                <a:cubicBezTo>
                  <a:pt x="17810" y="848"/>
                  <a:pt x="13570" y="8481"/>
                  <a:pt x="13570" y="12722"/>
                </a:cubicBezTo>
                <a:close/>
              </a:path>
            </a:pathLst>
          </a:custGeom>
          <a:noFill/>
          <a:ln w="4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321147" y="952351"/>
            <a:ext cx="308152" cy="237477"/>
          </a:xfrm>
          <a:custGeom>
            <a:avLst/>
            <a:gdLst/>
            <a:ahLst/>
            <a:cxnLst/>
            <a:rect l="0" t="0" r="0" b="0"/>
            <a:pathLst>
              <a:path w="308152" h="237477">
                <a:moveTo>
                  <a:pt x="0" y="237477"/>
                </a:moveTo>
                <a:cubicBezTo>
                  <a:pt x="83400" y="237477"/>
                  <a:pt x="250193" y="234924"/>
                  <a:pt x="267157" y="224751"/>
                </a:cubicBezTo>
                <a:cubicBezTo>
                  <a:pt x="284121" y="214569"/>
                  <a:pt x="294017" y="189414"/>
                  <a:pt x="296846" y="178107"/>
                </a:cubicBezTo>
                <a:lnTo>
                  <a:pt x="254441" y="182346"/>
                </a:lnTo>
                <a:cubicBezTo>
                  <a:pt x="254441" y="149837"/>
                  <a:pt x="264614" y="74637"/>
                  <a:pt x="305323" y="33918"/>
                </a:cubicBezTo>
                <a:cubicBezTo>
                  <a:pt x="308152" y="25441"/>
                  <a:pt x="307867" y="9324"/>
                  <a:pt x="284121" y="12715"/>
                </a:cubicBezTo>
                <a:cubicBezTo>
                  <a:pt x="254441" y="16964"/>
                  <a:pt x="173869" y="38166"/>
                  <a:pt x="42405" y="12715"/>
                </a:cubicBezTo>
                <a:lnTo>
                  <a:pt x="0" y="0"/>
                </a:lnTo>
                <a:lnTo>
                  <a:pt x="0" y="237477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321147" y="952351"/>
            <a:ext cx="308151" cy="237473"/>
          </a:xfrm>
          <a:custGeom>
            <a:avLst/>
            <a:gdLst/>
            <a:ahLst/>
            <a:cxnLst/>
            <a:rect l="0" t="0" r="0" b="0"/>
            <a:pathLst>
              <a:path w="308151" h="237473">
                <a:moveTo>
                  <a:pt x="0" y="237473"/>
                </a:moveTo>
                <a:cubicBezTo>
                  <a:pt x="83399" y="237473"/>
                  <a:pt x="250196" y="234928"/>
                  <a:pt x="267159" y="224751"/>
                </a:cubicBezTo>
                <a:cubicBezTo>
                  <a:pt x="284121" y="214573"/>
                  <a:pt x="294016" y="189412"/>
                  <a:pt x="296843" y="178104"/>
                </a:cubicBezTo>
                <a:lnTo>
                  <a:pt x="254437" y="182344"/>
                </a:lnTo>
                <a:cubicBezTo>
                  <a:pt x="254437" y="149833"/>
                  <a:pt x="264614" y="74633"/>
                  <a:pt x="305324" y="33923"/>
                </a:cubicBezTo>
                <a:cubicBezTo>
                  <a:pt x="308151" y="25441"/>
                  <a:pt x="307868" y="9327"/>
                  <a:pt x="284121" y="12720"/>
                </a:cubicBezTo>
                <a:cubicBezTo>
                  <a:pt x="254437" y="16961"/>
                  <a:pt x="173865" y="38162"/>
                  <a:pt x="42406" y="12720"/>
                </a:cubicBezTo>
                <a:lnTo>
                  <a:pt x="0" y="0"/>
                </a:lnTo>
                <a:lnTo>
                  <a:pt x="0" y="237473"/>
                </a:lnTo>
                <a:close/>
              </a:path>
            </a:pathLst>
          </a:custGeom>
          <a:noFill/>
          <a:ln w="4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513669" y="1364998"/>
            <a:ext cx="547039" cy="568242"/>
          </a:xfrm>
          <a:custGeom>
            <a:avLst/>
            <a:gdLst/>
            <a:ahLst/>
            <a:cxnLst/>
            <a:rect l="0" t="0" r="0" b="0"/>
            <a:pathLst>
              <a:path w="547039" h="568242">
                <a:moveTo>
                  <a:pt x="445265" y="568242"/>
                </a:moveTo>
                <a:cubicBezTo>
                  <a:pt x="422643" y="563994"/>
                  <a:pt x="369779" y="555517"/>
                  <a:pt x="339251" y="555517"/>
                </a:cubicBezTo>
                <a:cubicBezTo>
                  <a:pt x="327040" y="555517"/>
                  <a:pt x="316134" y="556383"/>
                  <a:pt x="306533" y="557145"/>
                </a:cubicBezTo>
                <a:cubicBezTo>
                  <a:pt x="306533" y="557145"/>
                  <a:pt x="281082" y="557145"/>
                  <a:pt x="262918" y="551278"/>
                </a:cubicBezTo>
                <a:cubicBezTo>
                  <a:pt x="239391" y="543667"/>
                  <a:pt x="228990" y="534314"/>
                  <a:pt x="203549" y="525827"/>
                </a:cubicBezTo>
                <a:cubicBezTo>
                  <a:pt x="189414" y="523008"/>
                  <a:pt x="173393" y="506987"/>
                  <a:pt x="152971" y="486565"/>
                </a:cubicBezTo>
                <a:cubicBezTo>
                  <a:pt x="142770" y="476354"/>
                  <a:pt x="131454" y="465048"/>
                  <a:pt x="118738" y="453742"/>
                </a:cubicBezTo>
                <a:cubicBezTo>
                  <a:pt x="91849" y="429834"/>
                  <a:pt x="71275" y="433301"/>
                  <a:pt x="55530" y="435949"/>
                </a:cubicBezTo>
                <a:cubicBezTo>
                  <a:pt x="52577" y="436445"/>
                  <a:pt x="39824" y="438254"/>
                  <a:pt x="33928" y="436778"/>
                </a:cubicBezTo>
                <a:cubicBezTo>
                  <a:pt x="21202" y="433597"/>
                  <a:pt x="0" y="424052"/>
                  <a:pt x="21202" y="390124"/>
                </a:cubicBezTo>
                <a:cubicBezTo>
                  <a:pt x="42405" y="356206"/>
                  <a:pt x="110251" y="373160"/>
                  <a:pt x="118738" y="377409"/>
                </a:cubicBezTo>
                <a:cubicBezTo>
                  <a:pt x="120967" y="378523"/>
                  <a:pt x="124377" y="381990"/>
                  <a:pt x="128654" y="386343"/>
                </a:cubicBezTo>
                <a:cubicBezTo>
                  <a:pt x="140617" y="398516"/>
                  <a:pt x="159362" y="417585"/>
                  <a:pt x="178107" y="411337"/>
                </a:cubicBezTo>
                <a:cubicBezTo>
                  <a:pt x="201710" y="403469"/>
                  <a:pt x="207063" y="359092"/>
                  <a:pt x="211102" y="325631"/>
                </a:cubicBezTo>
                <a:cubicBezTo>
                  <a:pt x="211416" y="323030"/>
                  <a:pt x="211721" y="320487"/>
                  <a:pt x="212026" y="318039"/>
                </a:cubicBezTo>
                <a:cubicBezTo>
                  <a:pt x="213655" y="305028"/>
                  <a:pt x="216531" y="293265"/>
                  <a:pt x="219217" y="282273"/>
                </a:cubicBezTo>
                <a:cubicBezTo>
                  <a:pt x="223532" y="264604"/>
                  <a:pt x="227361" y="248916"/>
                  <a:pt x="224751" y="233229"/>
                </a:cubicBezTo>
                <a:cubicBezTo>
                  <a:pt x="220513" y="207787"/>
                  <a:pt x="203549" y="186585"/>
                  <a:pt x="190823" y="182346"/>
                </a:cubicBezTo>
                <a:cubicBezTo>
                  <a:pt x="190823" y="182346"/>
                  <a:pt x="171440" y="185242"/>
                  <a:pt x="161143" y="182346"/>
                </a:cubicBezTo>
                <a:cubicBezTo>
                  <a:pt x="156905" y="181146"/>
                  <a:pt x="152504" y="185137"/>
                  <a:pt x="149704" y="198062"/>
                </a:cubicBezTo>
                <a:cubicBezTo>
                  <a:pt x="147113" y="210045"/>
                  <a:pt x="143856" y="225075"/>
                  <a:pt x="135702" y="233229"/>
                </a:cubicBezTo>
                <a:cubicBezTo>
                  <a:pt x="118738" y="250193"/>
                  <a:pt x="106013" y="250193"/>
                  <a:pt x="97535" y="237467"/>
                </a:cubicBezTo>
                <a:cubicBezTo>
                  <a:pt x="92211" y="229485"/>
                  <a:pt x="96907" y="209807"/>
                  <a:pt x="101145" y="192062"/>
                </a:cubicBezTo>
                <a:cubicBezTo>
                  <a:pt x="103660" y="181536"/>
                  <a:pt x="106013" y="171697"/>
                  <a:pt x="106013" y="165382"/>
                </a:cubicBezTo>
                <a:cubicBezTo>
                  <a:pt x="106013" y="148418"/>
                  <a:pt x="110251" y="127215"/>
                  <a:pt x="144179" y="127215"/>
                </a:cubicBezTo>
                <a:cubicBezTo>
                  <a:pt x="152533" y="127215"/>
                  <a:pt x="161915" y="126701"/>
                  <a:pt x="171440" y="126177"/>
                </a:cubicBezTo>
                <a:cubicBezTo>
                  <a:pt x="200596" y="124586"/>
                  <a:pt x="231076" y="122910"/>
                  <a:pt x="237477" y="135693"/>
                </a:cubicBezTo>
                <a:cubicBezTo>
                  <a:pt x="239115" y="138979"/>
                  <a:pt x="241868" y="144179"/>
                  <a:pt x="245249" y="150542"/>
                </a:cubicBezTo>
                <a:cubicBezTo>
                  <a:pt x="259308" y="177041"/>
                  <a:pt x="284121" y="223799"/>
                  <a:pt x="284121" y="237467"/>
                </a:cubicBezTo>
                <a:cubicBezTo>
                  <a:pt x="284121" y="254431"/>
                  <a:pt x="296846" y="195062"/>
                  <a:pt x="296846" y="169621"/>
                </a:cubicBezTo>
                <a:cubicBezTo>
                  <a:pt x="296846" y="164010"/>
                  <a:pt x="297256" y="158410"/>
                  <a:pt x="297665" y="152752"/>
                </a:cubicBezTo>
                <a:cubicBezTo>
                  <a:pt x="299142" y="132759"/>
                  <a:pt x="300647" y="112194"/>
                  <a:pt x="284121" y="89049"/>
                </a:cubicBezTo>
                <a:cubicBezTo>
                  <a:pt x="262918" y="59369"/>
                  <a:pt x="258679" y="33918"/>
                  <a:pt x="262918" y="16964"/>
                </a:cubicBezTo>
                <a:cubicBezTo>
                  <a:pt x="267157" y="0"/>
                  <a:pt x="292598" y="0"/>
                  <a:pt x="301085" y="16964"/>
                </a:cubicBezTo>
                <a:cubicBezTo>
                  <a:pt x="304152" y="23098"/>
                  <a:pt x="312781" y="34804"/>
                  <a:pt x="322545" y="48034"/>
                </a:cubicBezTo>
                <a:cubicBezTo>
                  <a:pt x="339737" y="71351"/>
                  <a:pt x="360454" y="99431"/>
                  <a:pt x="360454" y="110251"/>
                </a:cubicBezTo>
                <a:cubicBezTo>
                  <a:pt x="360454" y="127215"/>
                  <a:pt x="351967" y="216265"/>
                  <a:pt x="343490" y="245954"/>
                </a:cubicBezTo>
                <a:cubicBezTo>
                  <a:pt x="336699" y="269700"/>
                  <a:pt x="339251" y="262918"/>
                  <a:pt x="339251" y="262918"/>
                </a:cubicBezTo>
                <a:cubicBezTo>
                  <a:pt x="360454" y="241715"/>
                  <a:pt x="396068" y="204396"/>
                  <a:pt x="402859" y="190823"/>
                </a:cubicBezTo>
                <a:cubicBezTo>
                  <a:pt x="409927" y="173859"/>
                  <a:pt x="424910" y="133997"/>
                  <a:pt x="428301" y="110251"/>
                </a:cubicBezTo>
                <a:cubicBezTo>
                  <a:pt x="432539" y="80571"/>
                  <a:pt x="457981" y="63607"/>
                  <a:pt x="470706" y="67846"/>
                </a:cubicBezTo>
                <a:cubicBezTo>
                  <a:pt x="483431" y="72085"/>
                  <a:pt x="487670" y="80571"/>
                  <a:pt x="487670" y="93287"/>
                </a:cubicBezTo>
                <a:cubicBezTo>
                  <a:pt x="487670" y="102831"/>
                  <a:pt x="473354" y="143379"/>
                  <a:pt x="462619" y="173793"/>
                </a:cubicBezTo>
                <a:cubicBezTo>
                  <a:pt x="459047" y="183937"/>
                  <a:pt x="455866" y="192947"/>
                  <a:pt x="453742" y="199310"/>
                </a:cubicBezTo>
                <a:cubicBezTo>
                  <a:pt x="445265" y="224751"/>
                  <a:pt x="428301" y="254431"/>
                  <a:pt x="385895" y="284121"/>
                </a:cubicBezTo>
                <a:cubicBezTo>
                  <a:pt x="343490" y="313801"/>
                  <a:pt x="466467" y="245954"/>
                  <a:pt x="474945" y="216265"/>
                </a:cubicBezTo>
                <a:cubicBezTo>
                  <a:pt x="483431" y="186585"/>
                  <a:pt x="508873" y="156905"/>
                  <a:pt x="521598" y="152657"/>
                </a:cubicBezTo>
                <a:cubicBezTo>
                  <a:pt x="534314" y="148418"/>
                  <a:pt x="547039" y="155514"/>
                  <a:pt x="547039" y="165382"/>
                </a:cubicBezTo>
                <a:cubicBezTo>
                  <a:pt x="547039" y="173859"/>
                  <a:pt x="538553" y="203549"/>
                  <a:pt x="517350" y="233229"/>
                </a:cubicBezTo>
                <a:cubicBezTo>
                  <a:pt x="510806" y="242401"/>
                  <a:pt x="506272" y="249554"/>
                  <a:pt x="502396" y="255679"/>
                </a:cubicBezTo>
                <a:cubicBezTo>
                  <a:pt x="493718" y="269367"/>
                  <a:pt x="488289" y="277949"/>
                  <a:pt x="470706" y="292598"/>
                </a:cubicBezTo>
                <a:cubicBezTo>
                  <a:pt x="450351" y="309562"/>
                  <a:pt x="419823" y="330765"/>
                  <a:pt x="407098" y="339251"/>
                </a:cubicBezTo>
                <a:cubicBezTo>
                  <a:pt x="405688" y="359035"/>
                  <a:pt x="401164" y="404555"/>
                  <a:pt x="394373" y="428301"/>
                </a:cubicBezTo>
                <a:cubicBezTo>
                  <a:pt x="394373" y="431130"/>
                  <a:pt x="406174" y="439712"/>
                  <a:pt x="429920" y="436321"/>
                </a:cubicBezTo>
                <a:cubicBezTo>
                  <a:pt x="458285" y="523503"/>
                  <a:pt x="449503" y="555517"/>
                  <a:pt x="449503" y="555517"/>
                </a:cubicBezTo>
                <a:cubicBezTo>
                  <a:pt x="449503" y="555517"/>
                  <a:pt x="447551" y="564765"/>
                  <a:pt x="445265" y="568242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513668" y="1364996"/>
            <a:ext cx="547039" cy="568239"/>
          </a:xfrm>
          <a:custGeom>
            <a:avLst/>
            <a:gdLst/>
            <a:ahLst/>
            <a:cxnLst/>
            <a:rect l="0" t="0" r="0" b="0"/>
            <a:pathLst>
              <a:path w="547039" h="568239">
                <a:moveTo>
                  <a:pt x="445264" y="568239"/>
                </a:moveTo>
                <a:cubicBezTo>
                  <a:pt x="422648" y="563999"/>
                  <a:pt x="369781" y="555517"/>
                  <a:pt x="339249" y="555517"/>
                </a:cubicBezTo>
                <a:cubicBezTo>
                  <a:pt x="327043" y="555517"/>
                  <a:pt x="316139" y="556385"/>
                  <a:pt x="306536" y="557149"/>
                </a:cubicBezTo>
                <a:cubicBezTo>
                  <a:pt x="306536" y="557149"/>
                  <a:pt x="281080" y="557149"/>
                  <a:pt x="262917" y="551277"/>
                </a:cubicBezTo>
                <a:cubicBezTo>
                  <a:pt x="239391" y="543671"/>
                  <a:pt x="228993" y="534317"/>
                  <a:pt x="203549" y="525833"/>
                </a:cubicBezTo>
                <a:cubicBezTo>
                  <a:pt x="189413" y="523006"/>
                  <a:pt x="173393" y="506986"/>
                  <a:pt x="152975" y="486568"/>
                </a:cubicBezTo>
                <a:cubicBezTo>
                  <a:pt x="142767" y="476359"/>
                  <a:pt x="131458" y="465051"/>
                  <a:pt x="118736" y="453743"/>
                </a:cubicBezTo>
                <a:cubicBezTo>
                  <a:pt x="91847" y="429841"/>
                  <a:pt x="71273" y="433304"/>
                  <a:pt x="55530" y="435954"/>
                </a:cubicBezTo>
                <a:cubicBezTo>
                  <a:pt x="52583" y="436450"/>
                  <a:pt x="39824" y="438258"/>
                  <a:pt x="33924" y="436783"/>
                </a:cubicBezTo>
                <a:cubicBezTo>
                  <a:pt x="21202" y="433603"/>
                  <a:pt x="0" y="424054"/>
                  <a:pt x="21202" y="390129"/>
                </a:cubicBezTo>
                <a:cubicBezTo>
                  <a:pt x="42405" y="356205"/>
                  <a:pt x="110256" y="373167"/>
                  <a:pt x="118736" y="377407"/>
                </a:cubicBezTo>
                <a:cubicBezTo>
                  <a:pt x="120969" y="378524"/>
                  <a:pt x="124378" y="381992"/>
                  <a:pt x="128653" y="386342"/>
                </a:cubicBezTo>
                <a:cubicBezTo>
                  <a:pt x="140615" y="398514"/>
                  <a:pt x="159360" y="417588"/>
                  <a:pt x="178105" y="411339"/>
                </a:cubicBezTo>
                <a:cubicBezTo>
                  <a:pt x="201713" y="403470"/>
                  <a:pt x="207067" y="359093"/>
                  <a:pt x="211104" y="325631"/>
                </a:cubicBezTo>
                <a:cubicBezTo>
                  <a:pt x="211418" y="323029"/>
                  <a:pt x="211724" y="320494"/>
                  <a:pt x="212030" y="318046"/>
                </a:cubicBezTo>
                <a:cubicBezTo>
                  <a:pt x="213657" y="305034"/>
                  <a:pt x="216531" y="293270"/>
                  <a:pt x="219217" y="282276"/>
                </a:cubicBezTo>
                <a:cubicBezTo>
                  <a:pt x="223534" y="264604"/>
                  <a:pt x="227366" y="248919"/>
                  <a:pt x="224752" y="233233"/>
                </a:cubicBezTo>
                <a:cubicBezTo>
                  <a:pt x="220511" y="207790"/>
                  <a:pt x="203549" y="186587"/>
                  <a:pt x="190827" y="182346"/>
                </a:cubicBezTo>
                <a:cubicBezTo>
                  <a:pt x="190827" y="182346"/>
                  <a:pt x="171437" y="185247"/>
                  <a:pt x="161143" y="182346"/>
                </a:cubicBezTo>
                <a:cubicBezTo>
                  <a:pt x="156902" y="181151"/>
                  <a:pt x="152506" y="185134"/>
                  <a:pt x="149706" y="198067"/>
                </a:cubicBezTo>
                <a:cubicBezTo>
                  <a:pt x="147111" y="210051"/>
                  <a:pt x="143857" y="225077"/>
                  <a:pt x="135699" y="233233"/>
                </a:cubicBezTo>
                <a:cubicBezTo>
                  <a:pt x="118736" y="250193"/>
                  <a:pt x="106014" y="250196"/>
                  <a:pt x="97534" y="237474"/>
                </a:cubicBezTo>
                <a:cubicBezTo>
                  <a:pt x="92209" y="229488"/>
                  <a:pt x="96911" y="209806"/>
                  <a:pt x="101150" y="192063"/>
                </a:cubicBezTo>
                <a:cubicBezTo>
                  <a:pt x="103664" y="181539"/>
                  <a:pt x="106014" y="171698"/>
                  <a:pt x="106014" y="165383"/>
                </a:cubicBezTo>
                <a:cubicBezTo>
                  <a:pt x="106014" y="148421"/>
                  <a:pt x="110255" y="127218"/>
                  <a:pt x="144180" y="127218"/>
                </a:cubicBezTo>
                <a:cubicBezTo>
                  <a:pt x="152533" y="127218"/>
                  <a:pt x="161914" y="126704"/>
                  <a:pt x="171437" y="126182"/>
                </a:cubicBezTo>
                <a:cubicBezTo>
                  <a:pt x="200592" y="124584"/>
                  <a:pt x="231081" y="122914"/>
                  <a:pt x="237474" y="135699"/>
                </a:cubicBezTo>
                <a:cubicBezTo>
                  <a:pt x="239117" y="138985"/>
                  <a:pt x="241873" y="144181"/>
                  <a:pt x="245251" y="150546"/>
                </a:cubicBezTo>
                <a:cubicBezTo>
                  <a:pt x="259309" y="177039"/>
                  <a:pt x="284120" y="223797"/>
                  <a:pt x="284120" y="237474"/>
                </a:cubicBezTo>
                <a:cubicBezTo>
                  <a:pt x="284120" y="254437"/>
                  <a:pt x="296842" y="195068"/>
                  <a:pt x="296842" y="169624"/>
                </a:cubicBezTo>
                <a:cubicBezTo>
                  <a:pt x="296842" y="164016"/>
                  <a:pt x="297254" y="158407"/>
                  <a:pt x="297670" y="152754"/>
                </a:cubicBezTo>
                <a:cubicBezTo>
                  <a:pt x="299139" y="132758"/>
                  <a:pt x="300650" y="112194"/>
                  <a:pt x="284120" y="89053"/>
                </a:cubicBezTo>
                <a:cubicBezTo>
                  <a:pt x="262917" y="59368"/>
                  <a:pt x="258677" y="33924"/>
                  <a:pt x="262917" y="16962"/>
                </a:cubicBezTo>
                <a:cubicBezTo>
                  <a:pt x="267158" y="0"/>
                  <a:pt x="292602" y="0"/>
                  <a:pt x="301083" y="16962"/>
                </a:cubicBezTo>
                <a:cubicBezTo>
                  <a:pt x="304154" y="23104"/>
                  <a:pt x="312783" y="34803"/>
                  <a:pt x="322543" y="48037"/>
                </a:cubicBezTo>
                <a:cubicBezTo>
                  <a:pt x="339741" y="71355"/>
                  <a:pt x="360452" y="99434"/>
                  <a:pt x="360452" y="110256"/>
                </a:cubicBezTo>
                <a:cubicBezTo>
                  <a:pt x="360452" y="127218"/>
                  <a:pt x="351970" y="216271"/>
                  <a:pt x="343489" y="245955"/>
                </a:cubicBezTo>
                <a:cubicBezTo>
                  <a:pt x="336704" y="269703"/>
                  <a:pt x="339249" y="262918"/>
                  <a:pt x="339249" y="262918"/>
                </a:cubicBezTo>
                <a:cubicBezTo>
                  <a:pt x="360452" y="241715"/>
                  <a:pt x="396073" y="204398"/>
                  <a:pt x="402858" y="190828"/>
                </a:cubicBezTo>
                <a:cubicBezTo>
                  <a:pt x="409926" y="173865"/>
                  <a:pt x="424909" y="134003"/>
                  <a:pt x="428301" y="110256"/>
                </a:cubicBezTo>
                <a:cubicBezTo>
                  <a:pt x="432542" y="80571"/>
                  <a:pt x="457986" y="63609"/>
                  <a:pt x="470708" y="67849"/>
                </a:cubicBezTo>
                <a:cubicBezTo>
                  <a:pt x="483430" y="72090"/>
                  <a:pt x="487670" y="80571"/>
                  <a:pt x="487670" y="93293"/>
                </a:cubicBezTo>
                <a:cubicBezTo>
                  <a:pt x="487670" y="102834"/>
                  <a:pt x="473358" y="143385"/>
                  <a:pt x="462624" y="173799"/>
                </a:cubicBezTo>
                <a:cubicBezTo>
                  <a:pt x="459046" y="183936"/>
                  <a:pt x="455866" y="192948"/>
                  <a:pt x="453745" y="199309"/>
                </a:cubicBezTo>
                <a:cubicBezTo>
                  <a:pt x="445264" y="224752"/>
                  <a:pt x="428301" y="254437"/>
                  <a:pt x="385896" y="284121"/>
                </a:cubicBezTo>
                <a:cubicBezTo>
                  <a:pt x="343489" y="313805"/>
                  <a:pt x="466467" y="245955"/>
                  <a:pt x="474948" y="216271"/>
                </a:cubicBezTo>
                <a:cubicBezTo>
                  <a:pt x="483430" y="186587"/>
                  <a:pt x="508873" y="156903"/>
                  <a:pt x="521595" y="152662"/>
                </a:cubicBezTo>
                <a:cubicBezTo>
                  <a:pt x="534317" y="148421"/>
                  <a:pt x="547039" y="155518"/>
                  <a:pt x="547039" y="165383"/>
                </a:cubicBezTo>
                <a:cubicBezTo>
                  <a:pt x="547039" y="173865"/>
                  <a:pt x="538557" y="203549"/>
                  <a:pt x="517355" y="233233"/>
                </a:cubicBezTo>
                <a:cubicBezTo>
                  <a:pt x="510804" y="242405"/>
                  <a:pt x="506276" y="249553"/>
                  <a:pt x="502398" y="255677"/>
                </a:cubicBezTo>
                <a:cubicBezTo>
                  <a:pt x="493722" y="269373"/>
                  <a:pt x="488290" y="277950"/>
                  <a:pt x="470708" y="292602"/>
                </a:cubicBezTo>
                <a:cubicBezTo>
                  <a:pt x="450353" y="309564"/>
                  <a:pt x="419821" y="330768"/>
                  <a:pt x="407099" y="339249"/>
                </a:cubicBezTo>
                <a:cubicBezTo>
                  <a:pt x="405685" y="359039"/>
                  <a:pt x="401162" y="404554"/>
                  <a:pt x="394376" y="428302"/>
                </a:cubicBezTo>
                <a:cubicBezTo>
                  <a:pt x="394376" y="431129"/>
                  <a:pt x="406174" y="439712"/>
                  <a:pt x="429922" y="436320"/>
                </a:cubicBezTo>
                <a:cubicBezTo>
                  <a:pt x="458284" y="523506"/>
                  <a:pt x="449505" y="555521"/>
                  <a:pt x="449505" y="555521"/>
                </a:cubicBezTo>
                <a:cubicBezTo>
                  <a:pt x="449505" y="555521"/>
                  <a:pt x="447550" y="564768"/>
                  <a:pt x="445264" y="568239"/>
                </a:cubicBezTo>
                <a:close/>
              </a:path>
            </a:pathLst>
          </a:custGeom>
          <a:noFill/>
          <a:ln w="4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541663" y="1432844"/>
            <a:ext cx="453742" cy="544772"/>
          </a:xfrm>
          <a:custGeom>
            <a:avLst/>
            <a:gdLst/>
            <a:ahLst/>
            <a:cxnLst/>
            <a:rect l="0" t="0" r="0" b="0"/>
            <a:pathLst>
              <a:path w="453742" h="544772">
                <a:moveTo>
                  <a:pt x="67846" y="538562"/>
                </a:moveTo>
                <a:cubicBezTo>
                  <a:pt x="104603" y="531495"/>
                  <a:pt x="186585" y="517359"/>
                  <a:pt x="220513" y="517359"/>
                </a:cubicBezTo>
                <a:cubicBezTo>
                  <a:pt x="227447" y="517359"/>
                  <a:pt x="234724" y="517474"/>
                  <a:pt x="242135" y="517588"/>
                </a:cubicBezTo>
                <a:cubicBezTo>
                  <a:pt x="280034" y="518179"/>
                  <a:pt x="321506" y="518826"/>
                  <a:pt x="339242" y="504634"/>
                </a:cubicBezTo>
                <a:cubicBezTo>
                  <a:pt x="354282" y="492613"/>
                  <a:pt x="377837" y="467791"/>
                  <a:pt x="396325" y="448322"/>
                </a:cubicBezTo>
                <a:cubicBezTo>
                  <a:pt x="403907" y="440331"/>
                  <a:pt x="410641" y="433244"/>
                  <a:pt x="415575" y="428301"/>
                </a:cubicBezTo>
                <a:cubicBezTo>
                  <a:pt x="427996" y="415890"/>
                  <a:pt x="431320" y="398926"/>
                  <a:pt x="435540" y="377418"/>
                </a:cubicBezTo>
                <a:cubicBezTo>
                  <a:pt x="437083" y="369541"/>
                  <a:pt x="438750" y="361064"/>
                  <a:pt x="441017" y="351977"/>
                </a:cubicBezTo>
                <a:cubicBezTo>
                  <a:pt x="449503" y="318049"/>
                  <a:pt x="453742" y="292608"/>
                  <a:pt x="441017" y="288369"/>
                </a:cubicBezTo>
                <a:cubicBezTo>
                  <a:pt x="428301" y="284121"/>
                  <a:pt x="407098" y="288369"/>
                  <a:pt x="394373" y="318049"/>
                </a:cubicBezTo>
                <a:cubicBezTo>
                  <a:pt x="387457" y="334184"/>
                  <a:pt x="386810" y="345309"/>
                  <a:pt x="386295" y="354149"/>
                </a:cubicBezTo>
                <a:cubicBezTo>
                  <a:pt x="385857" y="361569"/>
                  <a:pt x="385524" y="367369"/>
                  <a:pt x="381657" y="373179"/>
                </a:cubicBezTo>
                <a:cubicBezTo>
                  <a:pt x="374865" y="383352"/>
                  <a:pt x="342071" y="402859"/>
                  <a:pt x="326526" y="411337"/>
                </a:cubicBezTo>
                <a:cubicBezTo>
                  <a:pt x="319458" y="395792"/>
                  <a:pt x="306171" y="356215"/>
                  <a:pt x="309562" y="322287"/>
                </a:cubicBezTo>
                <a:cubicBezTo>
                  <a:pt x="313801" y="279882"/>
                  <a:pt x="318039" y="254441"/>
                  <a:pt x="335003" y="237477"/>
                </a:cubicBezTo>
                <a:cubicBezTo>
                  <a:pt x="338242" y="234238"/>
                  <a:pt x="341023" y="231619"/>
                  <a:pt x="343395" y="229381"/>
                </a:cubicBezTo>
                <a:cubicBezTo>
                  <a:pt x="353434" y="219894"/>
                  <a:pt x="356206" y="217274"/>
                  <a:pt x="356206" y="203549"/>
                </a:cubicBezTo>
                <a:cubicBezTo>
                  <a:pt x="356206" y="189985"/>
                  <a:pt x="361864" y="175279"/>
                  <a:pt x="364693" y="169630"/>
                </a:cubicBezTo>
                <a:cubicBezTo>
                  <a:pt x="360445" y="193652"/>
                  <a:pt x="356206" y="244259"/>
                  <a:pt x="373170" y="254441"/>
                </a:cubicBezTo>
                <a:cubicBezTo>
                  <a:pt x="394373" y="267157"/>
                  <a:pt x="402859" y="237477"/>
                  <a:pt x="402859" y="220513"/>
                </a:cubicBezTo>
                <a:cubicBezTo>
                  <a:pt x="402859" y="206940"/>
                  <a:pt x="411337" y="178107"/>
                  <a:pt x="415575" y="165382"/>
                </a:cubicBezTo>
                <a:cubicBezTo>
                  <a:pt x="418404" y="155486"/>
                  <a:pt x="415575" y="134854"/>
                  <a:pt x="381657" y="131464"/>
                </a:cubicBezTo>
                <a:cubicBezTo>
                  <a:pt x="375732" y="130863"/>
                  <a:pt x="370551" y="130273"/>
                  <a:pt x="365979" y="129749"/>
                </a:cubicBezTo>
                <a:cubicBezTo>
                  <a:pt x="337813" y="126530"/>
                  <a:pt x="332641" y="125939"/>
                  <a:pt x="318039" y="144179"/>
                </a:cubicBezTo>
                <a:cubicBezTo>
                  <a:pt x="304476" y="161143"/>
                  <a:pt x="289769" y="193652"/>
                  <a:pt x="284121" y="207787"/>
                </a:cubicBezTo>
                <a:cubicBezTo>
                  <a:pt x="281292" y="217684"/>
                  <a:pt x="275634" y="239172"/>
                  <a:pt x="275634" y="245954"/>
                </a:cubicBezTo>
                <a:cubicBezTo>
                  <a:pt x="275634" y="254441"/>
                  <a:pt x="271395" y="195071"/>
                  <a:pt x="275634" y="139941"/>
                </a:cubicBezTo>
                <a:cubicBezTo>
                  <a:pt x="279882" y="84810"/>
                  <a:pt x="279882" y="63607"/>
                  <a:pt x="275634" y="42405"/>
                </a:cubicBezTo>
                <a:cubicBezTo>
                  <a:pt x="271395" y="21202"/>
                  <a:pt x="258670" y="0"/>
                  <a:pt x="245954" y="4238"/>
                </a:cubicBezTo>
                <a:cubicBezTo>
                  <a:pt x="233229" y="8477"/>
                  <a:pt x="228990" y="38166"/>
                  <a:pt x="228990" y="63607"/>
                </a:cubicBezTo>
                <a:cubicBezTo>
                  <a:pt x="228990" y="77619"/>
                  <a:pt x="226418" y="107051"/>
                  <a:pt x="224113" y="133502"/>
                </a:cubicBezTo>
                <a:cubicBezTo>
                  <a:pt x="222218" y="155105"/>
                  <a:pt x="220513" y="174726"/>
                  <a:pt x="220513" y="182346"/>
                </a:cubicBezTo>
                <a:lnTo>
                  <a:pt x="220513" y="245954"/>
                </a:lnTo>
                <a:cubicBezTo>
                  <a:pt x="214855" y="251612"/>
                  <a:pt x="203549" y="259527"/>
                  <a:pt x="203549" y="245954"/>
                </a:cubicBezTo>
                <a:cubicBezTo>
                  <a:pt x="203549" y="238934"/>
                  <a:pt x="202815" y="219532"/>
                  <a:pt x="201968" y="196815"/>
                </a:cubicBezTo>
                <a:cubicBezTo>
                  <a:pt x="200758" y="164677"/>
                  <a:pt x="199310" y="125891"/>
                  <a:pt x="199310" y="106013"/>
                </a:cubicBezTo>
                <a:cubicBezTo>
                  <a:pt x="199310" y="72094"/>
                  <a:pt x="190823" y="16964"/>
                  <a:pt x="169621" y="12725"/>
                </a:cubicBezTo>
                <a:cubicBezTo>
                  <a:pt x="148418" y="8486"/>
                  <a:pt x="144179" y="29689"/>
                  <a:pt x="144179" y="46643"/>
                </a:cubicBezTo>
                <a:cubicBezTo>
                  <a:pt x="144179" y="55130"/>
                  <a:pt x="145237" y="86934"/>
                  <a:pt x="146294" y="118738"/>
                </a:cubicBezTo>
                <a:cubicBezTo>
                  <a:pt x="147361" y="150542"/>
                  <a:pt x="148418" y="182346"/>
                  <a:pt x="148418" y="190833"/>
                </a:cubicBezTo>
                <a:lnTo>
                  <a:pt x="148418" y="271405"/>
                </a:lnTo>
                <a:cubicBezTo>
                  <a:pt x="134283" y="269986"/>
                  <a:pt x="104317" y="261223"/>
                  <a:pt x="97536" y="237477"/>
                </a:cubicBezTo>
                <a:cubicBezTo>
                  <a:pt x="93449" y="223208"/>
                  <a:pt x="91335" y="216769"/>
                  <a:pt x="90239" y="210178"/>
                </a:cubicBezTo>
                <a:cubicBezTo>
                  <a:pt x="89049" y="203044"/>
                  <a:pt x="89049" y="195719"/>
                  <a:pt x="89049" y="178107"/>
                </a:cubicBezTo>
                <a:cubicBezTo>
                  <a:pt x="89049" y="144179"/>
                  <a:pt x="76323" y="122977"/>
                  <a:pt x="63607" y="118738"/>
                </a:cubicBezTo>
                <a:cubicBezTo>
                  <a:pt x="50882" y="114500"/>
                  <a:pt x="29679" y="118738"/>
                  <a:pt x="33918" y="139941"/>
                </a:cubicBezTo>
                <a:cubicBezTo>
                  <a:pt x="38166" y="161143"/>
                  <a:pt x="42405" y="182346"/>
                  <a:pt x="42405" y="207787"/>
                </a:cubicBezTo>
                <a:cubicBezTo>
                  <a:pt x="42405" y="214522"/>
                  <a:pt x="42110" y="220960"/>
                  <a:pt x="41824" y="227018"/>
                </a:cubicBezTo>
                <a:cubicBezTo>
                  <a:pt x="41052" y="243859"/>
                  <a:pt x="40405" y="257803"/>
                  <a:pt x="46643" y="267157"/>
                </a:cubicBezTo>
                <a:cubicBezTo>
                  <a:pt x="50206" y="272510"/>
                  <a:pt x="59026" y="277863"/>
                  <a:pt x="68360" y="283521"/>
                </a:cubicBezTo>
                <a:cubicBezTo>
                  <a:pt x="81219" y="291331"/>
                  <a:pt x="95078" y="299732"/>
                  <a:pt x="97536" y="309562"/>
                </a:cubicBezTo>
                <a:cubicBezTo>
                  <a:pt x="101774" y="326526"/>
                  <a:pt x="101774" y="368931"/>
                  <a:pt x="97536" y="390134"/>
                </a:cubicBezTo>
                <a:cubicBezTo>
                  <a:pt x="94135" y="407098"/>
                  <a:pt x="90458" y="416994"/>
                  <a:pt x="89049" y="419823"/>
                </a:cubicBezTo>
                <a:lnTo>
                  <a:pt x="63607" y="419823"/>
                </a:lnTo>
                <a:cubicBezTo>
                  <a:pt x="38166" y="441026"/>
                  <a:pt x="0" y="538562"/>
                  <a:pt x="12715" y="542801"/>
                </a:cubicBezTo>
                <a:cubicBezTo>
                  <a:pt x="18621" y="544772"/>
                  <a:pt x="32423" y="543982"/>
                  <a:pt x="46015" y="542410"/>
                </a:cubicBezTo>
                <a:lnTo>
                  <a:pt x="67846" y="538562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541660" y="1432845"/>
            <a:ext cx="453746" cy="544768"/>
          </a:xfrm>
          <a:custGeom>
            <a:avLst/>
            <a:gdLst/>
            <a:ahLst/>
            <a:cxnLst/>
            <a:rect l="0" t="0" r="0" b="0"/>
            <a:pathLst>
              <a:path w="453746" h="544768">
                <a:moveTo>
                  <a:pt x="67850" y="538559"/>
                </a:moveTo>
                <a:cubicBezTo>
                  <a:pt x="104602" y="531492"/>
                  <a:pt x="186587" y="517356"/>
                  <a:pt x="220512" y="517356"/>
                </a:cubicBezTo>
                <a:cubicBezTo>
                  <a:pt x="227447" y="517356"/>
                  <a:pt x="234723" y="517470"/>
                  <a:pt x="242135" y="517586"/>
                </a:cubicBezTo>
                <a:cubicBezTo>
                  <a:pt x="280042" y="518176"/>
                  <a:pt x="321514" y="518823"/>
                  <a:pt x="339249" y="504634"/>
                </a:cubicBezTo>
                <a:cubicBezTo>
                  <a:pt x="354282" y="492608"/>
                  <a:pt x="377842" y="467791"/>
                  <a:pt x="396326" y="448321"/>
                </a:cubicBezTo>
                <a:cubicBezTo>
                  <a:pt x="403913" y="440330"/>
                  <a:pt x="410644" y="433239"/>
                  <a:pt x="415580" y="428304"/>
                </a:cubicBezTo>
                <a:cubicBezTo>
                  <a:pt x="427998" y="415886"/>
                  <a:pt x="431325" y="398924"/>
                  <a:pt x="435544" y="377416"/>
                </a:cubicBezTo>
                <a:cubicBezTo>
                  <a:pt x="437088" y="369544"/>
                  <a:pt x="438752" y="361062"/>
                  <a:pt x="441024" y="351972"/>
                </a:cubicBezTo>
                <a:cubicBezTo>
                  <a:pt x="449505" y="318048"/>
                  <a:pt x="453746" y="292603"/>
                  <a:pt x="441024" y="288363"/>
                </a:cubicBezTo>
                <a:cubicBezTo>
                  <a:pt x="428302" y="284123"/>
                  <a:pt x="407099" y="288363"/>
                  <a:pt x="394377" y="318048"/>
                </a:cubicBezTo>
                <a:cubicBezTo>
                  <a:pt x="387460" y="334187"/>
                  <a:pt x="386811" y="345313"/>
                  <a:pt x="386296" y="354150"/>
                </a:cubicBezTo>
                <a:cubicBezTo>
                  <a:pt x="385864" y="361565"/>
                  <a:pt x="385525" y="367370"/>
                  <a:pt x="381656" y="373174"/>
                </a:cubicBezTo>
                <a:cubicBezTo>
                  <a:pt x="374870" y="383352"/>
                  <a:pt x="342076" y="402858"/>
                  <a:pt x="326527" y="411340"/>
                </a:cubicBezTo>
                <a:cubicBezTo>
                  <a:pt x="319459" y="395791"/>
                  <a:pt x="306172" y="356211"/>
                  <a:pt x="309565" y="322286"/>
                </a:cubicBezTo>
                <a:cubicBezTo>
                  <a:pt x="313806" y="279880"/>
                  <a:pt x="318046" y="254437"/>
                  <a:pt x="335009" y="237475"/>
                </a:cubicBezTo>
                <a:cubicBezTo>
                  <a:pt x="338248" y="234235"/>
                  <a:pt x="341024" y="231614"/>
                  <a:pt x="343394" y="229375"/>
                </a:cubicBezTo>
                <a:cubicBezTo>
                  <a:pt x="353436" y="219893"/>
                  <a:pt x="356211" y="217272"/>
                  <a:pt x="356211" y="203550"/>
                </a:cubicBezTo>
                <a:cubicBezTo>
                  <a:pt x="356211" y="189979"/>
                  <a:pt x="361866" y="175278"/>
                  <a:pt x="364693" y="169625"/>
                </a:cubicBezTo>
                <a:cubicBezTo>
                  <a:pt x="360452" y="193655"/>
                  <a:pt x="356211" y="244259"/>
                  <a:pt x="373174" y="254437"/>
                </a:cubicBezTo>
                <a:cubicBezTo>
                  <a:pt x="394377" y="267159"/>
                  <a:pt x="402858" y="237475"/>
                  <a:pt x="402858" y="220512"/>
                </a:cubicBezTo>
                <a:cubicBezTo>
                  <a:pt x="402858" y="206942"/>
                  <a:pt x="411340" y="178105"/>
                  <a:pt x="415580" y="165384"/>
                </a:cubicBezTo>
                <a:cubicBezTo>
                  <a:pt x="418408" y="155489"/>
                  <a:pt x="415580" y="134851"/>
                  <a:pt x="381656" y="131459"/>
                </a:cubicBezTo>
                <a:cubicBezTo>
                  <a:pt x="375735" y="130867"/>
                  <a:pt x="370558" y="130275"/>
                  <a:pt x="365987" y="129752"/>
                </a:cubicBezTo>
                <a:cubicBezTo>
                  <a:pt x="337817" y="126530"/>
                  <a:pt x="332640" y="125938"/>
                  <a:pt x="318046" y="144181"/>
                </a:cubicBezTo>
                <a:cubicBezTo>
                  <a:pt x="304476" y="161143"/>
                  <a:pt x="289775" y="193654"/>
                  <a:pt x="284121" y="207790"/>
                </a:cubicBezTo>
                <a:cubicBezTo>
                  <a:pt x="281294" y="217684"/>
                  <a:pt x="275640" y="239170"/>
                  <a:pt x="275640" y="245955"/>
                </a:cubicBezTo>
                <a:cubicBezTo>
                  <a:pt x="275640" y="254437"/>
                  <a:pt x="271399" y="195068"/>
                  <a:pt x="275640" y="139940"/>
                </a:cubicBezTo>
                <a:cubicBezTo>
                  <a:pt x="279881" y="84812"/>
                  <a:pt x="279881" y="63609"/>
                  <a:pt x="275640" y="42405"/>
                </a:cubicBezTo>
                <a:cubicBezTo>
                  <a:pt x="271399" y="21202"/>
                  <a:pt x="258677" y="0"/>
                  <a:pt x="245956" y="4240"/>
                </a:cubicBezTo>
                <a:cubicBezTo>
                  <a:pt x="233234" y="8480"/>
                  <a:pt x="228993" y="38166"/>
                  <a:pt x="228993" y="63609"/>
                </a:cubicBezTo>
                <a:cubicBezTo>
                  <a:pt x="228993" y="77616"/>
                  <a:pt x="226423" y="107046"/>
                  <a:pt x="224112" y="133502"/>
                </a:cubicBezTo>
                <a:cubicBezTo>
                  <a:pt x="222226" y="155103"/>
                  <a:pt x="220512" y="174723"/>
                  <a:pt x="220512" y="182347"/>
                </a:cubicBezTo>
                <a:lnTo>
                  <a:pt x="220512" y="245955"/>
                </a:lnTo>
                <a:cubicBezTo>
                  <a:pt x="214857" y="251609"/>
                  <a:pt x="203550" y="259524"/>
                  <a:pt x="203550" y="245955"/>
                </a:cubicBezTo>
                <a:cubicBezTo>
                  <a:pt x="203550" y="238929"/>
                  <a:pt x="202822" y="219535"/>
                  <a:pt x="201969" y="196814"/>
                </a:cubicBezTo>
                <a:cubicBezTo>
                  <a:pt x="200764" y="164679"/>
                  <a:pt x="199309" y="125888"/>
                  <a:pt x="199309" y="106016"/>
                </a:cubicBezTo>
                <a:cubicBezTo>
                  <a:pt x="199309" y="72091"/>
                  <a:pt x="190828" y="16963"/>
                  <a:pt x="169625" y="12722"/>
                </a:cubicBezTo>
                <a:cubicBezTo>
                  <a:pt x="148421" y="8481"/>
                  <a:pt x="144181" y="29684"/>
                  <a:pt x="144181" y="46647"/>
                </a:cubicBezTo>
                <a:cubicBezTo>
                  <a:pt x="144181" y="55128"/>
                  <a:pt x="145241" y="86934"/>
                  <a:pt x="146301" y="118739"/>
                </a:cubicBezTo>
                <a:cubicBezTo>
                  <a:pt x="147361" y="150543"/>
                  <a:pt x="148421" y="182347"/>
                  <a:pt x="148421" y="190828"/>
                </a:cubicBezTo>
                <a:lnTo>
                  <a:pt x="148421" y="271400"/>
                </a:lnTo>
                <a:cubicBezTo>
                  <a:pt x="134286" y="269986"/>
                  <a:pt x="104319" y="261222"/>
                  <a:pt x="97534" y="237475"/>
                </a:cubicBezTo>
                <a:cubicBezTo>
                  <a:pt x="93457" y="223203"/>
                  <a:pt x="91340" y="216773"/>
                  <a:pt x="90240" y="210174"/>
                </a:cubicBezTo>
                <a:cubicBezTo>
                  <a:pt x="89053" y="203046"/>
                  <a:pt x="89053" y="195721"/>
                  <a:pt x="89053" y="178106"/>
                </a:cubicBezTo>
                <a:cubicBezTo>
                  <a:pt x="89053" y="144181"/>
                  <a:pt x="76331" y="122978"/>
                  <a:pt x="63609" y="118738"/>
                </a:cubicBezTo>
                <a:cubicBezTo>
                  <a:pt x="50887" y="114497"/>
                  <a:pt x="29684" y="118736"/>
                  <a:pt x="33924" y="139940"/>
                </a:cubicBezTo>
                <a:cubicBezTo>
                  <a:pt x="38165" y="161142"/>
                  <a:pt x="42406" y="182348"/>
                  <a:pt x="42406" y="207790"/>
                </a:cubicBezTo>
                <a:cubicBezTo>
                  <a:pt x="42406" y="214522"/>
                  <a:pt x="42109" y="220957"/>
                  <a:pt x="41829" y="227017"/>
                </a:cubicBezTo>
                <a:cubicBezTo>
                  <a:pt x="41052" y="243860"/>
                  <a:pt x="40409" y="257804"/>
                  <a:pt x="46646" y="267159"/>
                </a:cubicBezTo>
                <a:cubicBezTo>
                  <a:pt x="50213" y="272508"/>
                  <a:pt x="59027" y="277858"/>
                  <a:pt x="68361" y="283522"/>
                </a:cubicBezTo>
                <a:cubicBezTo>
                  <a:pt x="81225" y="291329"/>
                  <a:pt x="95077" y="299735"/>
                  <a:pt x="97534" y="309565"/>
                </a:cubicBezTo>
                <a:cubicBezTo>
                  <a:pt x="101775" y="326528"/>
                  <a:pt x="101775" y="368935"/>
                  <a:pt x="97534" y="390137"/>
                </a:cubicBezTo>
                <a:cubicBezTo>
                  <a:pt x="94141" y="407099"/>
                  <a:pt x="90466" y="416994"/>
                  <a:pt x="89053" y="419821"/>
                </a:cubicBezTo>
                <a:lnTo>
                  <a:pt x="63609" y="419821"/>
                </a:lnTo>
                <a:cubicBezTo>
                  <a:pt x="38165" y="441025"/>
                  <a:pt x="0" y="538559"/>
                  <a:pt x="12722" y="542799"/>
                </a:cubicBezTo>
                <a:cubicBezTo>
                  <a:pt x="18626" y="544768"/>
                  <a:pt x="32429" y="543976"/>
                  <a:pt x="46014" y="542413"/>
                </a:cubicBezTo>
                <a:lnTo>
                  <a:pt x="67850" y="538559"/>
                </a:lnTo>
                <a:close/>
              </a:path>
            </a:pathLst>
          </a:custGeom>
          <a:noFill/>
          <a:ln w="4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321147" y="1823829"/>
            <a:ext cx="298256" cy="240868"/>
          </a:xfrm>
          <a:custGeom>
            <a:avLst/>
            <a:gdLst/>
            <a:ahLst/>
            <a:cxnLst/>
            <a:rect l="0" t="0" r="0" b="0"/>
            <a:pathLst>
              <a:path w="298256" h="240868">
                <a:moveTo>
                  <a:pt x="0" y="16116"/>
                </a:moveTo>
                <a:lnTo>
                  <a:pt x="0" y="240868"/>
                </a:lnTo>
                <a:cubicBezTo>
                  <a:pt x="67846" y="232390"/>
                  <a:pt x="206092" y="212036"/>
                  <a:pt x="250193" y="198462"/>
                </a:cubicBezTo>
                <a:cubicBezTo>
                  <a:pt x="294303" y="184899"/>
                  <a:pt x="296846" y="158886"/>
                  <a:pt x="292598" y="147580"/>
                </a:cubicBezTo>
                <a:cubicBezTo>
                  <a:pt x="277053" y="150399"/>
                  <a:pt x="243411" y="155209"/>
                  <a:pt x="233229" y="151818"/>
                </a:cubicBezTo>
                <a:cubicBezTo>
                  <a:pt x="220513" y="147580"/>
                  <a:pt x="258679" y="50044"/>
                  <a:pt x="284121" y="28841"/>
                </a:cubicBezTo>
                <a:cubicBezTo>
                  <a:pt x="287512" y="25450"/>
                  <a:pt x="294017" y="18945"/>
                  <a:pt x="296846" y="16116"/>
                </a:cubicBezTo>
                <a:cubicBezTo>
                  <a:pt x="298256" y="10467"/>
                  <a:pt x="293446" y="0"/>
                  <a:pt x="262918" y="3400"/>
                </a:cubicBezTo>
                <a:cubicBezTo>
                  <a:pt x="224751" y="7639"/>
                  <a:pt x="127215" y="20354"/>
                  <a:pt x="0" y="16116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321147" y="1823832"/>
            <a:ext cx="298257" cy="240867"/>
          </a:xfrm>
          <a:custGeom>
            <a:avLst/>
            <a:gdLst/>
            <a:ahLst/>
            <a:cxnLst/>
            <a:rect l="0" t="0" r="0" b="0"/>
            <a:pathLst>
              <a:path w="298257" h="240867">
                <a:moveTo>
                  <a:pt x="0" y="16114"/>
                </a:moveTo>
                <a:lnTo>
                  <a:pt x="0" y="240867"/>
                </a:lnTo>
                <a:cubicBezTo>
                  <a:pt x="67849" y="232386"/>
                  <a:pt x="206094" y="212031"/>
                  <a:pt x="250196" y="198461"/>
                </a:cubicBezTo>
                <a:cubicBezTo>
                  <a:pt x="294298" y="184891"/>
                  <a:pt x="296843" y="158882"/>
                  <a:pt x="292602" y="147573"/>
                </a:cubicBezTo>
                <a:cubicBezTo>
                  <a:pt x="277053" y="150400"/>
                  <a:pt x="243411" y="155207"/>
                  <a:pt x="233233" y="151814"/>
                </a:cubicBezTo>
                <a:cubicBezTo>
                  <a:pt x="220512" y="147573"/>
                  <a:pt x="258677" y="50039"/>
                  <a:pt x="284121" y="28836"/>
                </a:cubicBezTo>
                <a:cubicBezTo>
                  <a:pt x="287514" y="25444"/>
                  <a:pt x="294016" y="18941"/>
                  <a:pt x="296843" y="16114"/>
                </a:cubicBezTo>
                <a:cubicBezTo>
                  <a:pt x="298257" y="10460"/>
                  <a:pt x="293450" y="0"/>
                  <a:pt x="262918" y="3392"/>
                </a:cubicBezTo>
                <a:cubicBezTo>
                  <a:pt x="224752" y="7633"/>
                  <a:pt x="127218" y="20354"/>
                  <a:pt x="0" y="16114"/>
                </a:cubicBezTo>
                <a:close/>
              </a:path>
            </a:pathLst>
          </a:custGeom>
          <a:noFill/>
          <a:ln w="4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924162" y="1772161"/>
            <a:ext cx="323135" cy="228990"/>
          </a:xfrm>
          <a:custGeom>
            <a:avLst/>
            <a:gdLst/>
            <a:ahLst/>
            <a:cxnLst/>
            <a:rect l="0" t="0" r="0" b="0"/>
            <a:pathLst>
              <a:path w="323135" h="228990">
                <a:moveTo>
                  <a:pt x="13573" y="12725"/>
                </a:moveTo>
                <a:cubicBezTo>
                  <a:pt x="24879" y="42405"/>
                  <a:pt x="45796" y="111099"/>
                  <a:pt x="39014" y="148418"/>
                </a:cubicBezTo>
                <a:cubicBezTo>
                  <a:pt x="37995" y="154000"/>
                  <a:pt x="36204" y="158572"/>
                  <a:pt x="34766" y="161143"/>
                </a:cubicBezTo>
                <a:cubicBezTo>
                  <a:pt x="22412" y="158715"/>
                  <a:pt x="0" y="155333"/>
                  <a:pt x="0" y="155333"/>
                </a:cubicBezTo>
                <a:cubicBezTo>
                  <a:pt x="7067" y="169468"/>
                  <a:pt x="29679" y="216274"/>
                  <a:pt x="60217" y="216274"/>
                </a:cubicBezTo>
                <a:cubicBezTo>
                  <a:pt x="98383" y="216274"/>
                  <a:pt x="276491" y="228990"/>
                  <a:pt x="323135" y="228990"/>
                </a:cubicBezTo>
                <a:lnTo>
                  <a:pt x="323135" y="0"/>
                </a:lnTo>
                <a:cubicBezTo>
                  <a:pt x="277901" y="4238"/>
                  <a:pt x="173869" y="12725"/>
                  <a:pt x="119586" y="12725"/>
                </a:cubicBezTo>
                <a:cubicBezTo>
                  <a:pt x="51739" y="12725"/>
                  <a:pt x="55978" y="8477"/>
                  <a:pt x="34775" y="4238"/>
                </a:cubicBezTo>
                <a:cubicBezTo>
                  <a:pt x="17811" y="847"/>
                  <a:pt x="13573" y="8477"/>
                  <a:pt x="13573" y="1272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924162" y="1772161"/>
            <a:ext cx="323134" cy="228993"/>
          </a:xfrm>
          <a:custGeom>
            <a:avLst/>
            <a:gdLst/>
            <a:ahLst/>
            <a:cxnLst/>
            <a:rect l="0" t="0" r="0" b="0"/>
            <a:pathLst>
              <a:path w="323134" h="228993">
                <a:moveTo>
                  <a:pt x="13570" y="12722"/>
                </a:moveTo>
                <a:cubicBezTo>
                  <a:pt x="24878" y="42406"/>
                  <a:pt x="45798" y="111104"/>
                  <a:pt x="39013" y="148421"/>
                </a:cubicBezTo>
                <a:cubicBezTo>
                  <a:pt x="37999" y="153999"/>
                  <a:pt x="36201" y="158573"/>
                  <a:pt x="34769" y="161147"/>
                </a:cubicBezTo>
                <a:cubicBezTo>
                  <a:pt x="22417" y="158713"/>
                  <a:pt x="0" y="155336"/>
                  <a:pt x="0" y="155336"/>
                </a:cubicBezTo>
                <a:cubicBezTo>
                  <a:pt x="7067" y="169471"/>
                  <a:pt x="29684" y="216271"/>
                  <a:pt x="60216" y="216271"/>
                </a:cubicBezTo>
                <a:cubicBezTo>
                  <a:pt x="98382" y="216271"/>
                  <a:pt x="276488" y="228993"/>
                  <a:pt x="323134" y="228993"/>
                </a:cubicBezTo>
                <a:lnTo>
                  <a:pt x="323134" y="0"/>
                </a:lnTo>
                <a:cubicBezTo>
                  <a:pt x="277901" y="4240"/>
                  <a:pt x="173865" y="12722"/>
                  <a:pt x="119585" y="12722"/>
                </a:cubicBezTo>
                <a:cubicBezTo>
                  <a:pt x="51735" y="12722"/>
                  <a:pt x="55975" y="8481"/>
                  <a:pt x="34772" y="4240"/>
                </a:cubicBezTo>
                <a:cubicBezTo>
                  <a:pt x="17810" y="848"/>
                  <a:pt x="13570" y="8481"/>
                  <a:pt x="13570" y="12722"/>
                </a:cubicBezTo>
                <a:close/>
              </a:path>
            </a:pathLst>
          </a:custGeom>
          <a:noFill/>
          <a:ln w="4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541663" y="2243399"/>
            <a:ext cx="453742" cy="544772"/>
          </a:xfrm>
          <a:custGeom>
            <a:avLst/>
            <a:gdLst/>
            <a:ahLst/>
            <a:cxnLst/>
            <a:rect l="0" t="0" r="0" b="0"/>
            <a:pathLst>
              <a:path w="453742" h="544772">
                <a:moveTo>
                  <a:pt x="67846" y="538562"/>
                </a:moveTo>
                <a:cubicBezTo>
                  <a:pt x="104603" y="531495"/>
                  <a:pt x="186585" y="517359"/>
                  <a:pt x="220513" y="517359"/>
                </a:cubicBezTo>
                <a:cubicBezTo>
                  <a:pt x="227447" y="517359"/>
                  <a:pt x="234724" y="517474"/>
                  <a:pt x="242135" y="517588"/>
                </a:cubicBezTo>
                <a:cubicBezTo>
                  <a:pt x="280034" y="518179"/>
                  <a:pt x="321506" y="518826"/>
                  <a:pt x="339242" y="504634"/>
                </a:cubicBezTo>
                <a:cubicBezTo>
                  <a:pt x="354282" y="492613"/>
                  <a:pt x="377837" y="467791"/>
                  <a:pt x="396325" y="448322"/>
                </a:cubicBezTo>
                <a:cubicBezTo>
                  <a:pt x="403907" y="440331"/>
                  <a:pt x="410641" y="433244"/>
                  <a:pt x="415575" y="428301"/>
                </a:cubicBezTo>
                <a:cubicBezTo>
                  <a:pt x="427996" y="415890"/>
                  <a:pt x="431320" y="398926"/>
                  <a:pt x="435540" y="377418"/>
                </a:cubicBezTo>
                <a:cubicBezTo>
                  <a:pt x="437083" y="369541"/>
                  <a:pt x="438750" y="361064"/>
                  <a:pt x="441017" y="351977"/>
                </a:cubicBezTo>
                <a:cubicBezTo>
                  <a:pt x="449503" y="318049"/>
                  <a:pt x="453742" y="292608"/>
                  <a:pt x="441017" y="288369"/>
                </a:cubicBezTo>
                <a:cubicBezTo>
                  <a:pt x="428301" y="284121"/>
                  <a:pt x="407098" y="288369"/>
                  <a:pt x="394373" y="318049"/>
                </a:cubicBezTo>
                <a:cubicBezTo>
                  <a:pt x="387457" y="334184"/>
                  <a:pt x="386810" y="345309"/>
                  <a:pt x="386295" y="354149"/>
                </a:cubicBezTo>
                <a:cubicBezTo>
                  <a:pt x="385857" y="361569"/>
                  <a:pt x="385524" y="367369"/>
                  <a:pt x="381657" y="373179"/>
                </a:cubicBezTo>
                <a:cubicBezTo>
                  <a:pt x="374865" y="383352"/>
                  <a:pt x="342071" y="402859"/>
                  <a:pt x="326526" y="411337"/>
                </a:cubicBezTo>
                <a:cubicBezTo>
                  <a:pt x="319458" y="395792"/>
                  <a:pt x="306171" y="356215"/>
                  <a:pt x="309562" y="322287"/>
                </a:cubicBezTo>
                <a:cubicBezTo>
                  <a:pt x="313801" y="279882"/>
                  <a:pt x="318039" y="254441"/>
                  <a:pt x="335003" y="237477"/>
                </a:cubicBezTo>
                <a:cubicBezTo>
                  <a:pt x="338242" y="234238"/>
                  <a:pt x="341023" y="231619"/>
                  <a:pt x="343395" y="229381"/>
                </a:cubicBezTo>
                <a:cubicBezTo>
                  <a:pt x="353434" y="219894"/>
                  <a:pt x="356206" y="217274"/>
                  <a:pt x="356206" y="203549"/>
                </a:cubicBezTo>
                <a:cubicBezTo>
                  <a:pt x="356206" y="189985"/>
                  <a:pt x="361864" y="175279"/>
                  <a:pt x="364693" y="169630"/>
                </a:cubicBezTo>
                <a:cubicBezTo>
                  <a:pt x="360445" y="193652"/>
                  <a:pt x="356206" y="244259"/>
                  <a:pt x="373170" y="254441"/>
                </a:cubicBezTo>
                <a:cubicBezTo>
                  <a:pt x="394373" y="267157"/>
                  <a:pt x="402859" y="237477"/>
                  <a:pt x="402859" y="220513"/>
                </a:cubicBezTo>
                <a:cubicBezTo>
                  <a:pt x="402859" y="206940"/>
                  <a:pt x="411337" y="178107"/>
                  <a:pt x="415575" y="165382"/>
                </a:cubicBezTo>
                <a:cubicBezTo>
                  <a:pt x="418404" y="155486"/>
                  <a:pt x="415575" y="134854"/>
                  <a:pt x="381657" y="131464"/>
                </a:cubicBezTo>
                <a:cubicBezTo>
                  <a:pt x="375732" y="130863"/>
                  <a:pt x="370551" y="130273"/>
                  <a:pt x="365979" y="129749"/>
                </a:cubicBezTo>
                <a:cubicBezTo>
                  <a:pt x="337813" y="126530"/>
                  <a:pt x="332641" y="125939"/>
                  <a:pt x="318039" y="144179"/>
                </a:cubicBezTo>
                <a:cubicBezTo>
                  <a:pt x="304476" y="161143"/>
                  <a:pt x="289769" y="193652"/>
                  <a:pt x="284121" y="207787"/>
                </a:cubicBezTo>
                <a:cubicBezTo>
                  <a:pt x="281292" y="217684"/>
                  <a:pt x="275634" y="239172"/>
                  <a:pt x="275634" y="245954"/>
                </a:cubicBezTo>
                <a:cubicBezTo>
                  <a:pt x="275634" y="254441"/>
                  <a:pt x="271395" y="195071"/>
                  <a:pt x="275634" y="139941"/>
                </a:cubicBezTo>
                <a:cubicBezTo>
                  <a:pt x="279882" y="84810"/>
                  <a:pt x="279882" y="63607"/>
                  <a:pt x="275634" y="42405"/>
                </a:cubicBezTo>
                <a:cubicBezTo>
                  <a:pt x="271395" y="21202"/>
                  <a:pt x="258670" y="0"/>
                  <a:pt x="245954" y="4238"/>
                </a:cubicBezTo>
                <a:cubicBezTo>
                  <a:pt x="233229" y="8477"/>
                  <a:pt x="228990" y="38166"/>
                  <a:pt x="228990" y="63607"/>
                </a:cubicBezTo>
                <a:cubicBezTo>
                  <a:pt x="228990" y="77619"/>
                  <a:pt x="226418" y="107051"/>
                  <a:pt x="224113" y="133502"/>
                </a:cubicBezTo>
                <a:cubicBezTo>
                  <a:pt x="222218" y="155105"/>
                  <a:pt x="220513" y="174726"/>
                  <a:pt x="220513" y="182346"/>
                </a:cubicBezTo>
                <a:lnTo>
                  <a:pt x="220513" y="245954"/>
                </a:lnTo>
                <a:cubicBezTo>
                  <a:pt x="214855" y="251612"/>
                  <a:pt x="203549" y="259527"/>
                  <a:pt x="203549" y="245954"/>
                </a:cubicBezTo>
                <a:cubicBezTo>
                  <a:pt x="203549" y="238934"/>
                  <a:pt x="202815" y="219532"/>
                  <a:pt x="201968" y="196815"/>
                </a:cubicBezTo>
                <a:cubicBezTo>
                  <a:pt x="200758" y="164677"/>
                  <a:pt x="199310" y="125891"/>
                  <a:pt x="199310" y="106013"/>
                </a:cubicBezTo>
                <a:cubicBezTo>
                  <a:pt x="199310" y="72094"/>
                  <a:pt x="190823" y="16964"/>
                  <a:pt x="169621" y="12725"/>
                </a:cubicBezTo>
                <a:cubicBezTo>
                  <a:pt x="148418" y="8486"/>
                  <a:pt x="144179" y="29689"/>
                  <a:pt x="144179" y="46643"/>
                </a:cubicBezTo>
                <a:cubicBezTo>
                  <a:pt x="144179" y="55130"/>
                  <a:pt x="145237" y="86934"/>
                  <a:pt x="146294" y="118738"/>
                </a:cubicBezTo>
                <a:cubicBezTo>
                  <a:pt x="147361" y="150542"/>
                  <a:pt x="148418" y="182346"/>
                  <a:pt x="148418" y="190833"/>
                </a:cubicBezTo>
                <a:lnTo>
                  <a:pt x="148418" y="271405"/>
                </a:lnTo>
                <a:cubicBezTo>
                  <a:pt x="134283" y="269986"/>
                  <a:pt x="104317" y="261223"/>
                  <a:pt x="97536" y="237477"/>
                </a:cubicBezTo>
                <a:cubicBezTo>
                  <a:pt x="93449" y="223208"/>
                  <a:pt x="91335" y="216769"/>
                  <a:pt x="90239" y="210178"/>
                </a:cubicBezTo>
                <a:cubicBezTo>
                  <a:pt x="89049" y="203044"/>
                  <a:pt x="89049" y="195719"/>
                  <a:pt x="89049" y="178107"/>
                </a:cubicBezTo>
                <a:cubicBezTo>
                  <a:pt x="89049" y="144179"/>
                  <a:pt x="76323" y="122977"/>
                  <a:pt x="63607" y="118738"/>
                </a:cubicBezTo>
                <a:cubicBezTo>
                  <a:pt x="50882" y="114500"/>
                  <a:pt x="29679" y="118738"/>
                  <a:pt x="33918" y="139941"/>
                </a:cubicBezTo>
                <a:cubicBezTo>
                  <a:pt x="38166" y="161143"/>
                  <a:pt x="42405" y="182346"/>
                  <a:pt x="42405" y="207787"/>
                </a:cubicBezTo>
                <a:cubicBezTo>
                  <a:pt x="42405" y="214522"/>
                  <a:pt x="42110" y="220960"/>
                  <a:pt x="41824" y="227018"/>
                </a:cubicBezTo>
                <a:cubicBezTo>
                  <a:pt x="41052" y="243859"/>
                  <a:pt x="40405" y="257803"/>
                  <a:pt x="46643" y="267157"/>
                </a:cubicBezTo>
                <a:cubicBezTo>
                  <a:pt x="50206" y="272510"/>
                  <a:pt x="59026" y="277863"/>
                  <a:pt x="68360" y="283521"/>
                </a:cubicBezTo>
                <a:cubicBezTo>
                  <a:pt x="81219" y="291331"/>
                  <a:pt x="95078" y="299732"/>
                  <a:pt x="97536" y="309562"/>
                </a:cubicBezTo>
                <a:cubicBezTo>
                  <a:pt x="101774" y="326526"/>
                  <a:pt x="101774" y="368931"/>
                  <a:pt x="97536" y="390134"/>
                </a:cubicBezTo>
                <a:cubicBezTo>
                  <a:pt x="94135" y="407098"/>
                  <a:pt x="90458" y="416994"/>
                  <a:pt x="89049" y="419823"/>
                </a:cubicBezTo>
                <a:lnTo>
                  <a:pt x="63607" y="419823"/>
                </a:lnTo>
                <a:cubicBezTo>
                  <a:pt x="38166" y="441026"/>
                  <a:pt x="0" y="538562"/>
                  <a:pt x="12715" y="542801"/>
                </a:cubicBezTo>
                <a:cubicBezTo>
                  <a:pt x="18621" y="544772"/>
                  <a:pt x="32423" y="543982"/>
                  <a:pt x="46015" y="542410"/>
                </a:cubicBezTo>
                <a:lnTo>
                  <a:pt x="67846" y="538562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541660" y="2243400"/>
            <a:ext cx="453746" cy="544768"/>
          </a:xfrm>
          <a:custGeom>
            <a:avLst/>
            <a:gdLst/>
            <a:ahLst/>
            <a:cxnLst/>
            <a:rect l="0" t="0" r="0" b="0"/>
            <a:pathLst>
              <a:path w="453746" h="544768">
                <a:moveTo>
                  <a:pt x="67850" y="538559"/>
                </a:moveTo>
                <a:cubicBezTo>
                  <a:pt x="104602" y="531492"/>
                  <a:pt x="186587" y="517356"/>
                  <a:pt x="220512" y="517356"/>
                </a:cubicBezTo>
                <a:cubicBezTo>
                  <a:pt x="227447" y="517356"/>
                  <a:pt x="234723" y="517470"/>
                  <a:pt x="242135" y="517586"/>
                </a:cubicBezTo>
                <a:cubicBezTo>
                  <a:pt x="280042" y="518176"/>
                  <a:pt x="321514" y="518823"/>
                  <a:pt x="339249" y="504634"/>
                </a:cubicBezTo>
                <a:cubicBezTo>
                  <a:pt x="354282" y="492608"/>
                  <a:pt x="377842" y="467791"/>
                  <a:pt x="396326" y="448321"/>
                </a:cubicBezTo>
                <a:cubicBezTo>
                  <a:pt x="403913" y="440330"/>
                  <a:pt x="410644" y="433239"/>
                  <a:pt x="415580" y="428304"/>
                </a:cubicBezTo>
                <a:cubicBezTo>
                  <a:pt x="427998" y="415886"/>
                  <a:pt x="431325" y="398924"/>
                  <a:pt x="435544" y="377416"/>
                </a:cubicBezTo>
                <a:cubicBezTo>
                  <a:pt x="437088" y="369544"/>
                  <a:pt x="438752" y="361062"/>
                  <a:pt x="441024" y="351972"/>
                </a:cubicBezTo>
                <a:cubicBezTo>
                  <a:pt x="449505" y="318048"/>
                  <a:pt x="453746" y="292603"/>
                  <a:pt x="441024" y="288363"/>
                </a:cubicBezTo>
                <a:cubicBezTo>
                  <a:pt x="428302" y="284123"/>
                  <a:pt x="407099" y="288363"/>
                  <a:pt x="394377" y="318048"/>
                </a:cubicBezTo>
                <a:cubicBezTo>
                  <a:pt x="387460" y="334187"/>
                  <a:pt x="386811" y="345313"/>
                  <a:pt x="386296" y="354150"/>
                </a:cubicBezTo>
                <a:cubicBezTo>
                  <a:pt x="385864" y="361565"/>
                  <a:pt x="385525" y="367370"/>
                  <a:pt x="381656" y="373174"/>
                </a:cubicBezTo>
                <a:cubicBezTo>
                  <a:pt x="374870" y="383352"/>
                  <a:pt x="342076" y="402858"/>
                  <a:pt x="326527" y="411340"/>
                </a:cubicBezTo>
                <a:cubicBezTo>
                  <a:pt x="319459" y="395791"/>
                  <a:pt x="306172" y="356211"/>
                  <a:pt x="309565" y="322286"/>
                </a:cubicBezTo>
                <a:cubicBezTo>
                  <a:pt x="313806" y="279880"/>
                  <a:pt x="318046" y="254437"/>
                  <a:pt x="335009" y="237475"/>
                </a:cubicBezTo>
                <a:cubicBezTo>
                  <a:pt x="338248" y="234235"/>
                  <a:pt x="341024" y="231614"/>
                  <a:pt x="343394" y="229375"/>
                </a:cubicBezTo>
                <a:cubicBezTo>
                  <a:pt x="353436" y="219893"/>
                  <a:pt x="356211" y="217272"/>
                  <a:pt x="356211" y="203550"/>
                </a:cubicBezTo>
                <a:cubicBezTo>
                  <a:pt x="356211" y="189979"/>
                  <a:pt x="361866" y="175278"/>
                  <a:pt x="364693" y="169625"/>
                </a:cubicBezTo>
                <a:cubicBezTo>
                  <a:pt x="360452" y="193655"/>
                  <a:pt x="356211" y="244259"/>
                  <a:pt x="373174" y="254437"/>
                </a:cubicBezTo>
                <a:cubicBezTo>
                  <a:pt x="394377" y="267159"/>
                  <a:pt x="402858" y="237475"/>
                  <a:pt x="402858" y="220512"/>
                </a:cubicBezTo>
                <a:cubicBezTo>
                  <a:pt x="402858" y="206942"/>
                  <a:pt x="411340" y="178105"/>
                  <a:pt x="415580" y="165384"/>
                </a:cubicBezTo>
                <a:cubicBezTo>
                  <a:pt x="418408" y="155489"/>
                  <a:pt x="415580" y="134851"/>
                  <a:pt x="381656" y="131459"/>
                </a:cubicBezTo>
                <a:cubicBezTo>
                  <a:pt x="375735" y="130867"/>
                  <a:pt x="370558" y="130275"/>
                  <a:pt x="365987" y="129752"/>
                </a:cubicBezTo>
                <a:cubicBezTo>
                  <a:pt x="337817" y="126530"/>
                  <a:pt x="332640" y="125938"/>
                  <a:pt x="318046" y="144181"/>
                </a:cubicBezTo>
                <a:cubicBezTo>
                  <a:pt x="304476" y="161143"/>
                  <a:pt x="289775" y="193654"/>
                  <a:pt x="284121" y="207790"/>
                </a:cubicBezTo>
                <a:cubicBezTo>
                  <a:pt x="281294" y="217684"/>
                  <a:pt x="275640" y="239170"/>
                  <a:pt x="275640" y="245955"/>
                </a:cubicBezTo>
                <a:cubicBezTo>
                  <a:pt x="275640" y="254437"/>
                  <a:pt x="271399" y="195068"/>
                  <a:pt x="275640" y="139940"/>
                </a:cubicBezTo>
                <a:cubicBezTo>
                  <a:pt x="279881" y="84812"/>
                  <a:pt x="279881" y="63609"/>
                  <a:pt x="275640" y="42405"/>
                </a:cubicBezTo>
                <a:cubicBezTo>
                  <a:pt x="271399" y="21202"/>
                  <a:pt x="258677" y="0"/>
                  <a:pt x="245956" y="4240"/>
                </a:cubicBezTo>
                <a:cubicBezTo>
                  <a:pt x="233234" y="8480"/>
                  <a:pt x="228993" y="38166"/>
                  <a:pt x="228993" y="63609"/>
                </a:cubicBezTo>
                <a:cubicBezTo>
                  <a:pt x="228993" y="77616"/>
                  <a:pt x="226423" y="107046"/>
                  <a:pt x="224112" y="133502"/>
                </a:cubicBezTo>
                <a:cubicBezTo>
                  <a:pt x="222226" y="155103"/>
                  <a:pt x="220512" y="174723"/>
                  <a:pt x="220512" y="182347"/>
                </a:cubicBezTo>
                <a:lnTo>
                  <a:pt x="220512" y="245955"/>
                </a:lnTo>
                <a:cubicBezTo>
                  <a:pt x="214857" y="251609"/>
                  <a:pt x="203550" y="259524"/>
                  <a:pt x="203550" y="245955"/>
                </a:cubicBezTo>
                <a:cubicBezTo>
                  <a:pt x="203550" y="238929"/>
                  <a:pt x="202822" y="219535"/>
                  <a:pt x="201969" y="196814"/>
                </a:cubicBezTo>
                <a:cubicBezTo>
                  <a:pt x="200764" y="164679"/>
                  <a:pt x="199309" y="125888"/>
                  <a:pt x="199309" y="106016"/>
                </a:cubicBezTo>
                <a:cubicBezTo>
                  <a:pt x="199309" y="72091"/>
                  <a:pt x="190828" y="16963"/>
                  <a:pt x="169625" y="12722"/>
                </a:cubicBezTo>
                <a:cubicBezTo>
                  <a:pt x="148421" y="8481"/>
                  <a:pt x="144181" y="29684"/>
                  <a:pt x="144181" y="46647"/>
                </a:cubicBezTo>
                <a:cubicBezTo>
                  <a:pt x="144181" y="55128"/>
                  <a:pt x="145241" y="86934"/>
                  <a:pt x="146301" y="118739"/>
                </a:cubicBezTo>
                <a:cubicBezTo>
                  <a:pt x="147361" y="150543"/>
                  <a:pt x="148421" y="182347"/>
                  <a:pt x="148421" y="190828"/>
                </a:cubicBezTo>
                <a:lnTo>
                  <a:pt x="148421" y="271400"/>
                </a:lnTo>
                <a:cubicBezTo>
                  <a:pt x="134286" y="269986"/>
                  <a:pt x="104319" y="261222"/>
                  <a:pt x="97534" y="237475"/>
                </a:cubicBezTo>
                <a:cubicBezTo>
                  <a:pt x="93457" y="223203"/>
                  <a:pt x="91340" y="216773"/>
                  <a:pt x="90240" y="210174"/>
                </a:cubicBezTo>
                <a:cubicBezTo>
                  <a:pt x="89053" y="203046"/>
                  <a:pt x="89053" y="195721"/>
                  <a:pt x="89053" y="178106"/>
                </a:cubicBezTo>
                <a:cubicBezTo>
                  <a:pt x="89053" y="144181"/>
                  <a:pt x="76331" y="122978"/>
                  <a:pt x="63609" y="118738"/>
                </a:cubicBezTo>
                <a:cubicBezTo>
                  <a:pt x="50887" y="114497"/>
                  <a:pt x="29684" y="118736"/>
                  <a:pt x="33924" y="139940"/>
                </a:cubicBezTo>
                <a:cubicBezTo>
                  <a:pt x="38165" y="161142"/>
                  <a:pt x="42406" y="182348"/>
                  <a:pt x="42406" y="207790"/>
                </a:cubicBezTo>
                <a:cubicBezTo>
                  <a:pt x="42406" y="214522"/>
                  <a:pt x="42109" y="220957"/>
                  <a:pt x="41829" y="227017"/>
                </a:cubicBezTo>
                <a:cubicBezTo>
                  <a:pt x="41052" y="243860"/>
                  <a:pt x="40409" y="257804"/>
                  <a:pt x="46646" y="267159"/>
                </a:cubicBezTo>
                <a:cubicBezTo>
                  <a:pt x="50213" y="272508"/>
                  <a:pt x="59027" y="277858"/>
                  <a:pt x="68361" y="283522"/>
                </a:cubicBezTo>
                <a:cubicBezTo>
                  <a:pt x="81225" y="291329"/>
                  <a:pt x="95077" y="299735"/>
                  <a:pt x="97534" y="309565"/>
                </a:cubicBezTo>
                <a:cubicBezTo>
                  <a:pt x="101775" y="326528"/>
                  <a:pt x="101775" y="368935"/>
                  <a:pt x="97534" y="390137"/>
                </a:cubicBezTo>
                <a:cubicBezTo>
                  <a:pt x="94141" y="407099"/>
                  <a:pt x="90466" y="416994"/>
                  <a:pt x="89053" y="419821"/>
                </a:cubicBezTo>
                <a:lnTo>
                  <a:pt x="63609" y="419821"/>
                </a:lnTo>
                <a:cubicBezTo>
                  <a:pt x="38165" y="441025"/>
                  <a:pt x="0" y="538559"/>
                  <a:pt x="12722" y="542799"/>
                </a:cubicBezTo>
                <a:cubicBezTo>
                  <a:pt x="18626" y="544768"/>
                  <a:pt x="32429" y="543976"/>
                  <a:pt x="46014" y="542413"/>
                </a:cubicBezTo>
                <a:lnTo>
                  <a:pt x="67850" y="538559"/>
                </a:lnTo>
                <a:close/>
              </a:path>
            </a:pathLst>
          </a:custGeom>
          <a:noFill/>
          <a:ln w="4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2513669" y="2175553"/>
            <a:ext cx="547039" cy="568242"/>
          </a:xfrm>
          <a:custGeom>
            <a:avLst/>
            <a:gdLst/>
            <a:ahLst/>
            <a:cxnLst/>
            <a:rect l="0" t="0" r="0" b="0"/>
            <a:pathLst>
              <a:path w="547039" h="568242">
                <a:moveTo>
                  <a:pt x="445265" y="568242"/>
                </a:moveTo>
                <a:cubicBezTo>
                  <a:pt x="422643" y="563994"/>
                  <a:pt x="369779" y="555517"/>
                  <a:pt x="339251" y="555517"/>
                </a:cubicBezTo>
                <a:cubicBezTo>
                  <a:pt x="327040" y="555517"/>
                  <a:pt x="316134" y="556383"/>
                  <a:pt x="306533" y="557145"/>
                </a:cubicBezTo>
                <a:cubicBezTo>
                  <a:pt x="306533" y="557145"/>
                  <a:pt x="281082" y="557145"/>
                  <a:pt x="262918" y="551278"/>
                </a:cubicBezTo>
                <a:cubicBezTo>
                  <a:pt x="239391" y="543667"/>
                  <a:pt x="228990" y="534314"/>
                  <a:pt x="203549" y="525827"/>
                </a:cubicBezTo>
                <a:cubicBezTo>
                  <a:pt x="189414" y="523008"/>
                  <a:pt x="173393" y="506987"/>
                  <a:pt x="152971" y="486565"/>
                </a:cubicBezTo>
                <a:cubicBezTo>
                  <a:pt x="142770" y="476354"/>
                  <a:pt x="131454" y="465048"/>
                  <a:pt x="118738" y="453742"/>
                </a:cubicBezTo>
                <a:cubicBezTo>
                  <a:pt x="91849" y="429834"/>
                  <a:pt x="71275" y="433301"/>
                  <a:pt x="55530" y="435949"/>
                </a:cubicBezTo>
                <a:cubicBezTo>
                  <a:pt x="52577" y="436445"/>
                  <a:pt x="39824" y="438254"/>
                  <a:pt x="33928" y="436778"/>
                </a:cubicBezTo>
                <a:cubicBezTo>
                  <a:pt x="21202" y="433597"/>
                  <a:pt x="0" y="424052"/>
                  <a:pt x="21202" y="390124"/>
                </a:cubicBezTo>
                <a:cubicBezTo>
                  <a:pt x="42405" y="356206"/>
                  <a:pt x="110251" y="373160"/>
                  <a:pt x="118738" y="377409"/>
                </a:cubicBezTo>
                <a:cubicBezTo>
                  <a:pt x="120967" y="378523"/>
                  <a:pt x="124377" y="381990"/>
                  <a:pt x="128654" y="386343"/>
                </a:cubicBezTo>
                <a:cubicBezTo>
                  <a:pt x="140617" y="398516"/>
                  <a:pt x="159362" y="417585"/>
                  <a:pt x="178107" y="411337"/>
                </a:cubicBezTo>
                <a:cubicBezTo>
                  <a:pt x="201710" y="403469"/>
                  <a:pt x="207063" y="359092"/>
                  <a:pt x="211102" y="325631"/>
                </a:cubicBezTo>
                <a:cubicBezTo>
                  <a:pt x="211416" y="323030"/>
                  <a:pt x="211721" y="320487"/>
                  <a:pt x="212026" y="318039"/>
                </a:cubicBezTo>
                <a:cubicBezTo>
                  <a:pt x="213655" y="305028"/>
                  <a:pt x="216531" y="293265"/>
                  <a:pt x="219217" y="282273"/>
                </a:cubicBezTo>
                <a:cubicBezTo>
                  <a:pt x="223532" y="264604"/>
                  <a:pt x="227361" y="248916"/>
                  <a:pt x="224751" y="233229"/>
                </a:cubicBezTo>
                <a:cubicBezTo>
                  <a:pt x="220513" y="207787"/>
                  <a:pt x="203549" y="186585"/>
                  <a:pt x="190823" y="182346"/>
                </a:cubicBezTo>
                <a:cubicBezTo>
                  <a:pt x="190823" y="182346"/>
                  <a:pt x="171440" y="185242"/>
                  <a:pt x="161143" y="182346"/>
                </a:cubicBezTo>
                <a:cubicBezTo>
                  <a:pt x="156905" y="181146"/>
                  <a:pt x="152504" y="185137"/>
                  <a:pt x="149704" y="198062"/>
                </a:cubicBezTo>
                <a:cubicBezTo>
                  <a:pt x="147113" y="210045"/>
                  <a:pt x="143856" y="225075"/>
                  <a:pt x="135702" y="233229"/>
                </a:cubicBezTo>
                <a:cubicBezTo>
                  <a:pt x="118738" y="250193"/>
                  <a:pt x="106013" y="250193"/>
                  <a:pt x="97535" y="237467"/>
                </a:cubicBezTo>
                <a:cubicBezTo>
                  <a:pt x="92211" y="229485"/>
                  <a:pt x="96907" y="209807"/>
                  <a:pt x="101145" y="192062"/>
                </a:cubicBezTo>
                <a:cubicBezTo>
                  <a:pt x="103660" y="181536"/>
                  <a:pt x="106013" y="171697"/>
                  <a:pt x="106013" y="165382"/>
                </a:cubicBezTo>
                <a:cubicBezTo>
                  <a:pt x="106013" y="148418"/>
                  <a:pt x="110251" y="127215"/>
                  <a:pt x="144179" y="127215"/>
                </a:cubicBezTo>
                <a:cubicBezTo>
                  <a:pt x="152533" y="127215"/>
                  <a:pt x="161915" y="126701"/>
                  <a:pt x="171440" y="126177"/>
                </a:cubicBezTo>
                <a:cubicBezTo>
                  <a:pt x="200596" y="124586"/>
                  <a:pt x="231076" y="122910"/>
                  <a:pt x="237477" y="135693"/>
                </a:cubicBezTo>
                <a:cubicBezTo>
                  <a:pt x="239115" y="138979"/>
                  <a:pt x="241868" y="144179"/>
                  <a:pt x="245249" y="150542"/>
                </a:cubicBezTo>
                <a:cubicBezTo>
                  <a:pt x="259308" y="177041"/>
                  <a:pt x="284121" y="223799"/>
                  <a:pt x="284121" y="237467"/>
                </a:cubicBezTo>
                <a:cubicBezTo>
                  <a:pt x="284121" y="254431"/>
                  <a:pt x="296846" y="195062"/>
                  <a:pt x="296846" y="169621"/>
                </a:cubicBezTo>
                <a:cubicBezTo>
                  <a:pt x="296846" y="164010"/>
                  <a:pt x="297256" y="158410"/>
                  <a:pt x="297665" y="152752"/>
                </a:cubicBezTo>
                <a:cubicBezTo>
                  <a:pt x="299142" y="132759"/>
                  <a:pt x="300647" y="112194"/>
                  <a:pt x="284121" y="89049"/>
                </a:cubicBezTo>
                <a:cubicBezTo>
                  <a:pt x="262918" y="59369"/>
                  <a:pt x="258679" y="33918"/>
                  <a:pt x="262918" y="16964"/>
                </a:cubicBezTo>
                <a:cubicBezTo>
                  <a:pt x="267157" y="0"/>
                  <a:pt x="292598" y="0"/>
                  <a:pt x="301085" y="16964"/>
                </a:cubicBezTo>
                <a:cubicBezTo>
                  <a:pt x="304152" y="23098"/>
                  <a:pt x="312781" y="34804"/>
                  <a:pt x="322545" y="48034"/>
                </a:cubicBezTo>
                <a:cubicBezTo>
                  <a:pt x="339737" y="71351"/>
                  <a:pt x="360454" y="99431"/>
                  <a:pt x="360454" y="110251"/>
                </a:cubicBezTo>
                <a:cubicBezTo>
                  <a:pt x="360454" y="127215"/>
                  <a:pt x="351967" y="216265"/>
                  <a:pt x="343490" y="245954"/>
                </a:cubicBezTo>
                <a:cubicBezTo>
                  <a:pt x="336699" y="269700"/>
                  <a:pt x="339251" y="262918"/>
                  <a:pt x="339251" y="262918"/>
                </a:cubicBezTo>
                <a:cubicBezTo>
                  <a:pt x="360454" y="241715"/>
                  <a:pt x="396068" y="204396"/>
                  <a:pt x="402859" y="190823"/>
                </a:cubicBezTo>
                <a:cubicBezTo>
                  <a:pt x="409927" y="173859"/>
                  <a:pt x="424910" y="133997"/>
                  <a:pt x="428301" y="110251"/>
                </a:cubicBezTo>
                <a:cubicBezTo>
                  <a:pt x="432539" y="80571"/>
                  <a:pt x="457981" y="63607"/>
                  <a:pt x="470706" y="67846"/>
                </a:cubicBezTo>
                <a:cubicBezTo>
                  <a:pt x="483431" y="72085"/>
                  <a:pt x="487670" y="80571"/>
                  <a:pt x="487670" y="93287"/>
                </a:cubicBezTo>
                <a:cubicBezTo>
                  <a:pt x="487670" y="102831"/>
                  <a:pt x="473354" y="143379"/>
                  <a:pt x="462619" y="173793"/>
                </a:cubicBezTo>
                <a:cubicBezTo>
                  <a:pt x="459047" y="183937"/>
                  <a:pt x="455866" y="192947"/>
                  <a:pt x="453742" y="199310"/>
                </a:cubicBezTo>
                <a:cubicBezTo>
                  <a:pt x="445265" y="224751"/>
                  <a:pt x="428301" y="254431"/>
                  <a:pt x="385895" y="284121"/>
                </a:cubicBezTo>
                <a:cubicBezTo>
                  <a:pt x="343490" y="313801"/>
                  <a:pt x="466467" y="245954"/>
                  <a:pt x="474945" y="216265"/>
                </a:cubicBezTo>
                <a:cubicBezTo>
                  <a:pt x="483431" y="186585"/>
                  <a:pt x="508873" y="156905"/>
                  <a:pt x="521598" y="152657"/>
                </a:cubicBezTo>
                <a:cubicBezTo>
                  <a:pt x="534314" y="148418"/>
                  <a:pt x="547039" y="155514"/>
                  <a:pt x="547039" y="165382"/>
                </a:cubicBezTo>
                <a:cubicBezTo>
                  <a:pt x="547039" y="173859"/>
                  <a:pt x="538553" y="203549"/>
                  <a:pt x="517350" y="233229"/>
                </a:cubicBezTo>
                <a:cubicBezTo>
                  <a:pt x="510806" y="242401"/>
                  <a:pt x="506272" y="249554"/>
                  <a:pt x="502396" y="255679"/>
                </a:cubicBezTo>
                <a:cubicBezTo>
                  <a:pt x="493718" y="269366"/>
                  <a:pt x="488289" y="277949"/>
                  <a:pt x="470706" y="292598"/>
                </a:cubicBezTo>
                <a:cubicBezTo>
                  <a:pt x="450351" y="309562"/>
                  <a:pt x="419823" y="330765"/>
                  <a:pt x="407098" y="339251"/>
                </a:cubicBezTo>
                <a:cubicBezTo>
                  <a:pt x="405688" y="359035"/>
                  <a:pt x="401164" y="404555"/>
                  <a:pt x="394373" y="428301"/>
                </a:cubicBezTo>
                <a:cubicBezTo>
                  <a:pt x="394373" y="431130"/>
                  <a:pt x="406174" y="439712"/>
                  <a:pt x="429920" y="436321"/>
                </a:cubicBezTo>
                <a:cubicBezTo>
                  <a:pt x="441226" y="470201"/>
                  <a:pt x="455228" y="524027"/>
                  <a:pt x="449503" y="555517"/>
                </a:cubicBezTo>
                <a:cubicBezTo>
                  <a:pt x="448675" y="560060"/>
                  <a:pt x="447113" y="564870"/>
                  <a:pt x="445265" y="568242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2513668" y="2175551"/>
            <a:ext cx="547039" cy="568239"/>
          </a:xfrm>
          <a:custGeom>
            <a:avLst/>
            <a:gdLst/>
            <a:ahLst/>
            <a:cxnLst/>
            <a:rect l="0" t="0" r="0" b="0"/>
            <a:pathLst>
              <a:path w="547039" h="568239">
                <a:moveTo>
                  <a:pt x="445264" y="568239"/>
                </a:moveTo>
                <a:cubicBezTo>
                  <a:pt x="422648" y="563999"/>
                  <a:pt x="369781" y="555517"/>
                  <a:pt x="339249" y="555517"/>
                </a:cubicBezTo>
                <a:cubicBezTo>
                  <a:pt x="327043" y="555517"/>
                  <a:pt x="316139" y="556385"/>
                  <a:pt x="306536" y="557149"/>
                </a:cubicBezTo>
                <a:cubicBezTo>
                  <a:pt x="306536" y="557149"/>
                  <a:pt x="281080" y="557149"/>
                  <a:pt x="262917" y="551277"/>
                </a:cubicBezTo>
                <a:cubicBezTo>
                  <a:pt x="239391" y="543671"/>
                  <a:pt x="228993" y="534317"/>
                  <a:pt x="203549" y="525833"/>
                </a:cubicBezTo>
                <a:cubicBezTo>
                  <a:pt x="189413" y="523006"/>
                  <a:pt x="173393" y="506986"/>
                  <a:pt x="152975" y="486568"/>
                </a:cubicBezTo>
                <a:cubicBezTo>
                  <a:pt x="142767" y="476359"/>
                  <a:pt x="131458" y="465051"/>
                  <a:pt x="118736" y="453743"/>
                </a:cubicBezTo>
                <a:cubicBezTo>
                  <a:pt x="91847" y="429841"/>
                  <a:pt x="71273" y="433304"/>
                  <a:pt x="55530" y="435954"/>
                </a:cubicBezTo>
                <a:cubicBezTo>
                  <a:pt x="52583" y="436450"/>
                  <a:pt x="39824" y="438258"/>
                  <a:pt x="33924" y="436783"/>
                </a:cubicBezTo>
                <a:cubicBezTo>
                  <a:pt x="21202" y="433603"/>
                  <a:pt x="0" y="424054"/>
                  <a:pt x="21202" y="390129"/>
                </a:cubicBezTo>
                <a:cubicBezTo>
                  <a:pt x="42405" y="356205"/>
                  <a:pt x="110256" y="373167"/>
                  <a:pt x="118736" y="377407"/>
                </a:cubicBezTo>
                <a:cubicBezTo>
                  <a:pt x="120969" y="378524"/>
                  <a:pt x="124378" y="381992"/>
                  <a:pt x="128653" y="386342"/>
                </a:cubicBezTo>
                <a:cubicBezTo>
                  <a:pt x="140615" y="398514"/>
                  <a:pt x="159360" y="417588"/>
                  <a:pt x="178105" y="411339"/>
                </a:cubicBezTo>
                <a:cubicBezTo>
                  <a:pt x="201713" y="403470"/>
                  <a:pt x="207067" y="359093"/>
                  <a:pt x="211104" y="325631"/>
                </a:cubicBezTo>
                <a:cubicBezTo>
                  <a:pt x="211418" y="323029"/>
                  <a:pt x="211724" y="320494"/>
                  <a:pt x="212030" y="318046"/>
                </a:cubicBezTo>
                <a:cubicBezTo>
                  <a:pt x="213657" y="305034"/>
                  <a:pt x="216531" y="293270"/>
                  <a:pt x="219217" y="282276"/>
                </a:cubicBezTo>
                <a:cubicBezTo>
                  <a:pt x="223534" y="264604"/>
                  <a:pt x="227366" y="248919"/>
                  <a:pt x="224752" y="233233"/>
                </a:cubicBezTo>
                <a:cubicBezTo>
                  <a:pt x="220511" y="207790"/>
                  <a:pt x="203549" y="186587"/>
                  <a:pt x="190827" y="182346"/>
                </a:cubicBezTo>
                <a:cubicBezTo>
                  <a:pt x="190827" y="182346"/>
                  <a:pt x="171437" y="185247"/>
                  <a:pt x="161143" y="182346"/>
                </a:cubicBezTo>
                <a:cubicBezTo>
                  <a:pt x="156902" y="181151"/>
                  <a:pt x="152506" y="185134"/>
                  <a:pt x="149706" y="198067"/>
                </a:cubicBezTo>
                <a:cubicBezTo>
                  <a:pt x="147111" y="210051"/>
                  <a:pt x="143857" y="225077"/>
                  <a:pt x="135699" y="233233"/>
                </a:cubicBezTo>
                <a:cubicBezTo>
                  <a:pt x="118736" y="250193"/>
                  <a:pt x="106014" y="250196"/>
                  <a:pt x="97534" y="237474"/>
                </a:cubicBezTo>
                <a:cubicBezTo>
                  <a:pt x="92209" y="229488"/>
                  <a:pt x="96911" y="209806"/>
                  <a:pt x="101150" y="192063"/>
                </a:cubicBezTo>
                <a:cubicBezTo>
                  <a:pt x="103664" y="181539"/>
                  <a:pt x="106014" y="171698"/>
                  <a:pt x="106014" y="165383"/>
                </a:cubicBezTo>
                <a:cubicBezTo>
                  <a:pt x="106014" y="148421"/>
                  <a:pt x="110255" y="127218"/>
                  <a:pt x="144180" y="127218"/>
                </a:cubicBezTo>
                <a:cubicBezTo>
                  <a:pt x="152533" y="127218"/>
                  <a:pt x="161914" y="126704"/>
                  <a:pt x="171437" y="126182"/>
                </a:cubicBezTo>
                <a:cubicBezTo>
                  <a:pt x="200592" y="124584"/>
                  <a:pt x="231081" y="122914"/>
                  <a:pt x="237474" y="135699"/>
                </a:cubicBezTo>
                <a:cubicBezTo>
                  <a:pt x="239117" y="138985"/>
                  <a:pt x="241873" y="144181"/>
                  <a:pt x="245251" y="150546"/>
                </a:cubicBezTo>
                <a:cubicBezTo>
                  <a:pt x="259309" y="177039"/>
                  <a:pt x="284120" y="223797"/>
                  <a:pt x="284120" y="237474"/>
                </a:cubicBezTo>
                <a:cubicBezTo>
                  <a:pt x="284120" y="254437"/>
                  <a:pt x="296842" y="195068"/>
                  <a:pt x="296842" y="169624"/>
                </a:cubicBezTo>
                <a:cubicBezTo>
                  <a:pt x="296842" y="164016"/>
                  <a:pt x="297254" y="158407"/>
                  <a:pt x="297670" y="152754"/>
                </a:cubicBezTo>
                <a:cubicBezTo>
                  <a:pt x="299139" y="132758"/>
                  <a:pt x="300650" y="112194"/>
                  <a:pt x="284120" y="89053"/>
                </a:cubicBezTo>
                <a:cubicBezTo>
                  <a:pt x="262917" y="59368"/>
                  <a:pt x="258677" y="33924"/>
                  <a:pt x="262917" y="16962"/>
                </a:cubicBezTo>
                <a:cubicBezTo>
                  <a:pt x="267158" y="0"/>
                  <a:pt x="292602" y="0"/>
                  <a:pt x="301083" y="16962"/>
                </a:cubicBezTo>
                <a:cubicBezTo>
                  <a:pt x="304154" y="23104"/>
                  <a:pt x="312783" y="34803"/>
                  <a:pt x="322543" y="48037"/>
                </a:cubicBezTo>
                <a:cubicBezTo>
                  <a:pt x="339741" y="71355"/>
                  <a:pt x="360452" y="99434"/>
                  <a:pt x="360452" y="110256"/>
                </a:cubicBezTo>
                <a:cubicBezTo>
                  <a:pt x="360452" y="127218"/>
                  <a:pt x="351970" y="216271"/>
                  <a:pt x="343489" y="245955"/>
                </a:cubicBezTo>
                <a:cubicBezTo>
                  <a:pt x="336704" y="269703"/>
                  <a:pt x="339249" y="262918"/>
                  <a:pt x="339249" y="262918"/>
                </a:cubicBezTo>
                <a:cubicBezTo>
                  <a:pt x="360452" y="241715"/>
                  <a:pt x="396073" y="204398"/>
                  <a:pt x="402858" y="190828"/>
                </a:cubicBezTo>
                <a:cubicBezTo>
                  <a:pt x="409926" y="173865"/>
                  <a:pt x="424909" y="134003"/>
                  <a:pt x="428301" y="110256"/>
                </a:cubicBezTo>
                <a:cubicBezTo>
                  <a:pt x="432542" y="80571"/>
                  <a:pt x="457986" y="63609"/>
                  <a:pt x="470708" y="67849"/>
                </a:cubicBezTo>
                <a:cubicBezTo>
                  <a:pt x="483430" y="72090"/>
                  <a:pt x="487670" y="80571"/>
                  <a:pt x="487670" y="93293"/>
                </a:cubicBezTo>
                <a:cubicBezTo>
                  <a:pt x="487670" y="102834"/>
                  <a:pt x="473358" y="143385"/>
                  <a:pt x="462624" y="173799"/>
                </a:cubicBezTo>
                <a:cubicBezTo>
                  <a:pt x="459046" y="183936"/>
                  <a:pt x="455866" y="192948"/>
                  <a:pt x="453745" y="199309"/>
                </a:cubicBezTo>
                <a:cubicBezTo>
                  <a:pt x="445264" y="224752"/>
                  <a:pt x="428301" y="254437"/>
                  <a:pt x="385896" y="284121"/>
                </a:cubicBezTo>
                <a:cubicBezTo>
                  <a:pt x="343489" y="313805"/>
                  <a:pt x="466467" y="245955"/>
                  <a:pt x="474948" y="216271"/>
                </a:cubicBezTo>
                <a:cubicBezTo>
                  <a:pt x="483430" y="186587"/>
                  <a:pt x="508873" y="156903"/>
                  <a:pt x="521595" y="152662"/>
                </a:cubicBezTo>
                <a:cubicBezTo>
                  <a:pt x="534317" y="148421"/>
                  <a:pt x="547039" y="155518"/>
                  <a:pt x="547039" y="165383"/>
                </a:cubicBezTo>
                <a:cubicBezTo>
                  <a:pt x="547039" y="173865"/>
                  <a:pt x="538557" y="203549"/>
                  <a:pt x="517355" y="233233"/>
                </a:cubicBezTo>
                <a:cubicBezTo>
                  <a:pt x="510804" y="242405"/>
                  <a:pt x="506276" y="249553"/>
                  <a:pt x="502398" y="255677"/>
                </a:cubicBezTo>
                <a:cubicBezTo>
                  <a:pt x="493722" y="269373"/>
                  <a:pt x="488290" y="277950"/>
                  <a:pt x="470708" y="292602"/>
                </a:cubicBezTo>
                <a:cubicBezTo>
                  <a:pt x="450353" y="309564"/>
                  <a:pt x="419821" y="330768"/>
                  <a:pt x="407099" y="339249"/>
                </a:cubicBezTo>
                <a:cubicBezTo>
                  <a:pt x="405685" y="359039"/>
                  <a:pt x="401162" y="404554"/>
                  <a:pt x="394376" y="428302"/>
                </a:cubicBezTo>
                <a:cubicBezTo>
                  <a:pt x="394376" y="431129"/>
                  <a:pt x="406174" y="439712"/>
                  <a:pt x="429922" y="436320"/>
                </a:cubicBezTo>
                <a:cubicBezTo>
                  <a:pt x="441229" y="470202"/>
                  <a:pt x="455230" y="524033"/>
                  <a:pt x="449505" y="555521"/>
                </a:cubicBezTo>
                <a:cubicBezTo>
                  <a:pt x="448680" y="560059"/>
                  <a:pt x="447111" y="564873"/>
                  <a:pt x="445264" y="568239"/>
                </a:cubicBezTo>
                <a:close/>
              </a:path>
            </a:pathLst>
          </a:custGeom>
          <a:noFill/>
          <a:ln w="4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2924162" y="2582660"/>
            <a:ext cx="323135" cy="228990"/>
          </a:xfrm>
          <a:custGeom>
            <a:avLst/>
            <a:gdLst/>
            <a:ahLst/>
            <a:cxnLst/>
            <a:rect l="0" t="0" r="0" b="0"/>
            <a:pathLst>
              <a:path w="323135" h="228990">
                <a:moveTo>
                  <a:pt x="13573" y="12725"/>
                </a:moveTo>
                <a:cubicBezTo>
                  <a:pt x="24879" y="42405"/>
                  <a:pt x="45796" y="111099"/>
                  <a:pt x="39014" y="148418"/>
                </a:cubicBezTo>
                <a:cubicBezTo>
                  <a:pt x="37995" y="154000"/>
                  <a:pt x="36204" y="158572"/>
                  <a:pt x="34766" y="161143"/>
                </a:cubicBezTo>
                <a:cubicBezTo>
                  <a:pt x="22412" y="158715"/>
                  <a:pt x="0" y="155333"/>
                  <a:pt x="0" y="155333"/>
                </a:cubicBezTo>
                <a:cubicBezTo>
                  <a:pt x="7067" y="169468"/>
                  <a:pt x="29679" y="216274"/>
                  <a:pt x="60217" y="216274"/>
                </a:cubicBezTo>
                <a:cubicBezTo>
                  <a:pt x="98383" y="216274"/>
                  <a:pt x="276491" y="228990"/>
                  <a:pt x="323135" y="228990"/>
                </a:cubicBezTo>
                <a:lnTo>
                  <a:pt x="323135" y="0"/>
                </a:lnTo>
                <a:cubicBezTo>
                  <a:pt x="277901" y="4238"/>
                  <a:pt x="173869" y="12725"/>
                  <a:pt x="119586" y="12725"/>
                </a:cubicBezTo>
                <a:cubicBezTo>
                  <a:pt x="51739" y="12725"/>
                  <a:pt x="55978" y="8477"/>
                  <a:pt x="34775" y="4238"/>
                </a:cubicBezTo>
                <a:cubicBezTo>
                  <a:pt x="17811" y="847"/>
                  <a:pt x="13573" y="8477"/>
                  <a:pt x="13573" y="12725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924162" y="2582660"/>
            <a:ext cx="323134" cy="228993"/>
          </a:xfrm>
          <a:custGeom>
            <a:avLst/>
            <a:gdLst/>
            <a:ahLst/>
            <a:cxnLst/>
            <a:rect l="0" t="0" r="0" b="0"/>
            <a:pathLst>
              <a:path w="323134" h="228993">
                <a:moveTo>
                  <a:pt x="13570" y="12722"/>
                </a:moveTo>
                <a:cubicBezTo>
                  <a:pt x="24878" y="42406"/>
                  <a:pt x="45798" y="111104"/>
                  <a:pt x="39013" y="148421"/>
                </a:cubicBezTo>
                <a:cubicBezTo>
                  <a:pt x="37999" y="153999"/>
                  <a:pt x="36201" y="158573"/>
                  <a:pt x="34769" y="161147"/>
                </a:cubicBezTo>
                <a:cubicBezTo>
                  <a:pt x="22417" y="158713"/>
                  <a:pt x="0" y="155336"/>
                  <a:pt x="0" y="155336"/>
                </a:cubicBezTo>
                <a:cubicBezTo>
                  <a:pt x="7067" y="169471"/>
                  <a:pt x="29684" y="216271"/>
                  <a:pt x="60216" y="216271"/>
                </a:cubicBezTo>
                <a:cubicBezTo>
                  <a:pt x="98382" y="216271"/>
                  <a:pt x="276488" y="228993"/>
                  <a:pt x="323134" y="228993"/>
                </a:cubicBezTo>
                <a:lnTo>
                  <a:pt x="323134" y="0"/>
                </a:lnTo>
                <a:cubicBezTo>
                  <a:pt x="277901" y="4240"/>
                  <a:pt x="173865" y="12722"/>
                  <a:pt x="119585" y="12722"/>
                </a:cubicBezTo>
                <a:cubicBezTo>
                  <a:pt x="51735" y="12722"/>
                  <a:pt x="55975" y="8481"/>
                  <a:pt x="34772" y="4240"/>
                </a:cubicBezTo>
                <a:cubicBezTo>
                  <a:pt x="17810" y="848"/>
                  <a:pt x="13570" y="8481"/>
                  <a:pt x="13570" y="12722"/>
                </a:cubicBezTo>
                <a:close/>
              </a:path>
            </a:pathLst>
          </a:custGeom>
          <a:noFill/>
          <a:ln w="4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321147" y="2634393"/>
            <a:ext cx="298256" cy="240868"/>
          </a:xfrm>
          <a:custGeom>
            <a:avLst/>
            <a:gdLst/>
            <a:ahLst/>
            <a:cxnLst/>
            <a:rect l="0" t="0" r="0" b="0"/>
            <a:pathLst>
              <a:path w="298256" h="240868">
                <a:moveTo>
                  <a:pt x="0" y="16116"/>
                </a:moveTo>
                <a:lnTo>
                  <a:pt x="0" y="240868"/>
                </a:lnTo>
                <a:cubicBezTo>
                  <a:pt x="67846" y="232390"/>
                  <a:pt x="206092" y="212036"/>
                  <a:pt x="250193" y="198462"/>
                </a:cubicBezTo>
                <a:cubicBezTo>
                  <a:pt x="294303" y="184899"/>
                  <a:pt x="296846" y="158886"/>
                  <a:pt x="292598" y="147580"/>
                </a:cubicBezTo>
                <a:cubicBezTo>
                  <a:pt x="277053" y="150399"/>
                  <a:pt x="243411" y="155209"/>
                  <a:pt x="233229" y="151818"/>
                </a:cubicBezTo>
                <a:cubicBezTo>
                  <a:pt x="220513" y="147580"/>
                  <a:pt x="258679" y="50044"/>
                  <a:pt x="284121" y="28841"/>
                </a:cubicBezTo>
                <a:cubicBezTo>
                  <a:pt x="287512" y="25450"/>
                  <a:pt x="294017" y="18945"/>
                  <a:pt x="296846" y="16116"/>
                </a:cubicBezTo>
                <a:cubicBezTo>
                  <a:pt x="298256" y="10467"/>
                  <a:pt x="293446" y="0"/>
                  <a:pt x="262918" y="3400"/>
                </a:cubicBezTo>
                <a:cubicBezTo>
                  <a:pt x="224751" y="7639"/>
                  <a:pt x="127215" y="20354"/>
                  <a:pt x="0" y="16116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321147" y="2634397"/>
            <a:ext cx="298257" cy="240867"/>
          </a:xfrm>
          <a:custGeom>
            <a:avLst/>
            <a:gdLst/>
            <a:ahLst/>
            <a:cxnLst/>
            <a:rect l="0" t="0" r="0" b="0"/>
            <a:pathLst>
              <a:path w="298257" h="240867">
                <a:moveTo>
                  <a:pt x="0" y="16114"/>
                </a:moveTo>
                <a:lnTo>
                  <a:pt x="0" y="240867"/>
                </a:lnTo>
                <a:cubicBezTo>
                  <a:pt x="67849" y="232386"/>
                  <a:pt x="206094" y="212031"/>
                  <a:pt x="250196" y="198461"/>
                </a:cubicBezTo>
                <a:cubicBezTo>
                  <a:pt x="294298" y="184891"/>
                  <a:pt x="296843" y="158882"/>
                  <a:pt x="292602" y="147573"/>
                </a:cubicBezTo>
                <a:cubicBezTo>
                  <a:pt x="277053" y="150400"/>
                  <a:pt x="243411" y="155207"/>
                  <a:pt x="233233" y="151814"/>
                </a:cubicBezTo>
                <a:cubicBezTo>
                  <a:pt x="220512" y="147573"/>
                  <a:pt x="258677" y="50039"/>
                  <a:pt x="284121" y="28836"/>
                </a:cubicBezTo>
                <a:cubicBezTo>
                  <a:pt x="287514" y="25444"/>
                  <a:pt x="294016" y="18941"/>
                  <a:pt x="296843" y="16114"/>
                </a:cubicBezTo>
                <a:cubicBezTo>
                  <a:pt x="298257" y="10460"/>
                  <a:pt x="293450" y="0"/>
                  <a:pt x="262918" y="3392"/>
                </a:cubicBezTo>
                <a:cubicBezTo>
                  <a:pt x="224752" y="7633"/>
                  <a:pt x="127218" y="20354"/>
                  <a:pt x="0" y="16114"/>
                </a:cubicBezTo>
                <a:close/>
              </a:path>
            </a:pathLst>
          </a:custGeom>
          <a:noFill/>
          <a:ln w="4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601027" y="753028"/>
            <a:ext cx="1344716" cy="165406"/>
          </a:xfrm>
          <a:custGeom>
            <a:avLst/>
            <a:gdLst/>
            <a:ahLst/>
            <a:cxnLst/>
            <a:rect l="0" t="0" r="0" b="0"/>
            <a:pathLst>
              <a:path w="1344716" h="165406">
                <a:moveTo>
                  <a:pt x="32871" y="112750"/>
                </a:moveTo>
                <a:cubicBezTo>
                  <a:pt x="18736" y="124058"/>
                  <a:pt x="0" y="150140"/>
                  <a:pt x="50887" y="156925"/>
                </a:cubicBezTo>
                <a:cubicBezTo>
                  <a:pt x="114496" y="165406"/>
                  <a:pt x="390136" y="148444"/>
                  <a:pt x="474948" y="148444"/>
                </a:cubicBezTo>
                <a:cubicBezTo>
                  <a:pt x="559761" y="148444"/>
                  <a:pt x="1068635" y="139962"/>
                  <a:pt x="1132244" y="139962"/>
                </a:cubicBezTo>
                <a:cubicBezTo>
                  <a:pt x="1195854" y="139962"/>
                  <a:pt x="1263703" y="139962"/>
                  <a:pt x="1297628" y="131481"/>
                </a:cubicBezTo>
                <a:cubicBezTo>
                  <a:pt x="1331553" y="123000"/>
                  <a:pt x="1344716" y="101049"/>
                  <a:pt x="1321712" y="81694"/>
                </a:cubicBezTo>
                <a:moveTo>
                  <a:pt x="1059006" y="0"/>
                </a:moveTo>
                <a:lnTo>
                  <a:pt x="274280" y="13750"/>
                </a:lnTo>
              </a:path>
            </a:pathLst>
          </a:custGeom>
          <a:noFill/>
          <a:ln w="43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880243" y="1551584"/>
            <a:ext cx="835141" cy="264332"/>
          </a:xfrm>
          <a:custGeom>
            <a:avLst/>
            <a:gdLst/>
            <a:ahLst/>
            <a:cxnLst/>
            <a:rect l="0" t="0" r="0" b="0"/>
            <a:pathLst>
              <a:path w="835141" h="264332">
                <a:moveTo>
                  <a:pt x="784387" y="16962"/>
                </a:moveTo>
                <a:cubicBezTo>
                  <a:pt x="812071" y="16963"/>
                  <a:pt x="835141" y="50887"/>
                  <a:pt x="812071" y="122976"/>
                </a:cubicBezTo>
                <a:cubicBezTo>
                  <a:pt x="773182" y="244492"/>
                  <a:pt x="701334" y="264332"/>
                  <a:pt x="673650" y="258677"/>
                </a:cubicBezTo>
                <a:cubicBezTo>
                  <a:pt x="549071" y="245955"/>
                  <a:pt x="458159" y="202349"/>
                  <a:pt x="350667" y="165383"/>
                </a:cubicBezTo>
                <a:cubicBezTo>
                  <a:pt x="229521" y="123723"/>
                  <a:pt x="76206" y="59368"/>
                  <a:pt x="76206" y="59368"/>
                </a:cubicBezTo>
                <a:moveTo>
                  <a:pt x="735864" y="0"/>
                </a:moveTo>
                <a:lnTo>
                  <a:pt x="115351" y="237474"/>
                </a:lnTo>
                <a:cubicBezTo>
                  <a:pt x="90742" y="243128"/>
                  <a:pt x="36911" y="238323"/>
                  <a:pt x="18455" y="173865"/>
                </a:cubicBezTo>
                <a:cubicBezTo>
                  <a:pt x="0" y="109408"/>
                  <a:pt x="10765" y="87639"/>
                  <a:pt x="18455" y="84812"/>
                </a:cubicBezTo>
              </a:path>
            </a:pathLst>
          </a:custGeom>
          <a:noFill/>
          <a:ln w="43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527923" y="2298524"/>
            <a:ext cx="1551251" cy="368933"/>
          </a:xfrm>
          <a:custGeom>
            <a:avLst/>
            <a:gdLst/>
            <a:ahLst/>
            <a:cxnLst/>
            <a:rect l="0" t="0" r="0" b="0"/>
            <a:pathLst>
              <a:path w="1551251" h="368933">
                <a:moveTo>
                  <a:pt x="1135334" y="76372"/>
                </a:moveTo>
                <a:cubicBezTo>
                  <a:pt x="1161922" y="76374"/>
                  <a:pt x="1183786" y="110256"/>
                  <a:pt x="1161630" y="182344"/>
                </a:cubicBezTo>
                <a:cubicBezTo>
                  <a:pt x="1124282" y="303861"/>
                  <a:pt x="1032483" y="323700"/>
                  <a:pt x="1005895" y="318046"/>
                </a:cubicBezTo>
                <a:cubicBezTo>
                  <a:pt x="886251" y="305324"/>
                  <a:pt x="807804" y="261718"/>
                  <a:pt x="704570" y="224752"/>
                </a:cubicBezTo>
                <a:cubicBezTo>
                  <a:pt x="588224" y="183092"/>
                  <a:pt x="428442" y="112894"/>
                  <a:pt x="428442" y="112894"/>
                </a:cubicBezTo>
                <a:moveTo>
                  <a:pt x="1090766" y="51301"/>
                </a:moveTo>
                <a:lnTo>
                  <a:pt x="478575" y="267159"/>
                </a:lnTo>
                <a:cubicBezTo>
                  <a:pt x="454942" y="272812"/>
                  <a:pt x="392702" y="297529"/>
                  <a:pt x="374976" y="233072"/>
                </a:cubicBezTo>
                <a:cubicBezTo>
                  <a:pt x="357251" y="168614"/>
                  <a:pt x="367591" y="151563"/>
                  <a:pt x="374976" y="148736"/>
                </a:cubicBezTo>
                <a:moveTo>
                  <a:pt x="56087" y="145936"/>
                </a:moveTo>
                <a:cubicBezTo>
                  <a:pt x="7343" y="196823"/>
                  <a:pt x="0" y="267159"/>
                  <a:pt x="115213" y="296843"/>
                </a:cubicBezTo>
                <a:cubicBezTo>
                  <a:pt x="283455" y="340190"/>
                  <a:pt x="1112245" y="368933"/>
                  <a:pt x="1378121" y="258677"/>
                </a:cubicBezTo>
                <a:cubicBezTo>
                  <a:pt x="1551251" y="186882"/>
                  <a:pt x="1538038" y="119007"/>
                  <a:pt x="1511450" y="97805"/>
                </a:cubicBezTo>
                <a:moveTo>
                  <a:pt x="1476343" y="60601"/>
                </a:moveTo>
                <a:lnTo>
                  <a:pt x="1450755" y="44183"/>
                </a:lnTo>
                <a:moveTo>
                  <a:pt x="1406332" y="19031"/>
                </a:moveTo>
                <a:cubicBezTo>
                  <a:pt x="1394515" y="13377"/>
                  <a:pt x="1363245" y="0"/>
                  <a:pt x="1345520" y="0"/>
                </a:cubicBezTo>
                <a:moveTo>
                  <a:pt x="1283427" y="0"/>
                </a:moveTo>
                <a:cubicBezTo>
                  <a:pt x="1271610" y="2827"/>
                  <a:pt x="1243251" y="10150"/>
                  <a:pt x="1225526" y="16935"/>
                </a:cubicBezTo>
                <a:moveTo>
                  <a:pt x="102173" y="110067"/>
                </a:moveTo>
                <a:cubicBezTo>
                  <a:pt x="119898" y="97344"/>
                  <a:pt x="153399" y="73078"/>
                  <a:pt x="160489" y="73078"/>
                </a:cubicBezTo>
                <a:moveTo>
                  <a:pt x="212988" y="55330"/>
                </a:moveTo>
                <a:lnTo>
                  <a:pt x="240451" y="46646"/>
                </a:lnTo>
                <a:moveTo>
                  <a:pt x="292036" y="44368"/>
                </a:moveTo>
                <a:cubicBezTo>
                  <a:pt x="297944" y="50022"/>
                  <a:pt x="324831" y="65436"/>
                  <a:pt x="346102" y="75614"/>
                </a:cubicBezTo>
              </a:path>
            </a:pathLst>
          </a:custGeom>
          <a:noFill/>
          <a:ln w="43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550621" y="3159979"/>
            <a:ext cx="1386030" cy="335009"/>
          </a:xfrm>
          <a:custGeom>
            <a:avLst/>
            <a:gdLst/>
            <a:ahLst/>
            <a:cxnLst/>
            <a:rect l="0" t="0" r="0" b="0"/>
            <a:pathLst>
              <a:path w="1386030" h="335009">
                <a:moveTo>
                  <a:pt x="138952" y="89053"/>
                </a:moveTo>
                <a:lnTo>
                  <a:pt x="79444" y="89053"/>
                </a:lnTo>
                <a:moveTo>
                  <a:pt x="30109" y="92545"/>
                </a:moveTo>
                <a:cubicBezTo>
                  <a:pt x="12374" y="96785"/>
                  <a:pt x="0" y="122129"/>
                  <a:pt x="21283" y="135699"/>
                </a:cubicBezTo>
                <a:cubicBezTo>
                  <a:pt x="43281" y="149725"/>
                  <a:pt x="292429" y="244939"/>
                  <a:pt x="392505" y="279880"/>
                </a:cubicBezTo>
                <a:moveTo>
                  <a:pt x="850418" y="271399"/>
                </a:moveTo>
                <a:cubicBezTo>
                  <a:pt x="904022" y="266818"/>
                  <a:pt x="941742" y="268069"/>
                  <a:pt x="976863" y="262652"/>
                </a:cubicBezTo>
                <a:moveTo>
                  <a:pt x="1010306" y="293043"/>
                </a:moveTo>
                <a:cubicBezTo>
                  <a:pt x="1010306" y="301525"/>
                  <a:pt x="1023339" y="335009"/>
                  <a:pt x="1045508" y="305324"/>
                </a:cubicBezTo>
                <a:cubicBezTo>
                  <a:pt x="1059387" y="286741"/>
                  <a:pt x="1139925" y="78361"/>
                  <a:pt x="1114975" y="46731"/>
                </a:cubicBezTo>
                <a:moveTo>
                  <a:pt x="1063555" y="50804"/>
                </a:moveTo>
                <a:lnTo>
                  <a:pt x="433633" y="269641"/>
                </a:lnTo>
                <a:moveTo>
                  <a:pt x="392505" y="279880"/>
                </a:moveTo>
                <a:cubicBezTo>
                  <a:pt x="413455" y="287195"/>
                  <a:pt x="428261" y="291868"/>
                  <a:pt x="433633" y="292602"/>
                </a:cubicBezTo>
                <a:cubicBezTo>
                  <a:pt x="456740" y="295759"/>
                  <a:pt x="694235" y="284747"/>
                  <a:pt x="850418" y="271399"/>
                </a:cubicBezTo>
                <a:moveTo>
                  <a:pt x="392505" y="279880"/>
                </a:moveTo>
                <a:lnTo>
                  <a:pt x="309315" y="312206"/>
                </a:lnTo>
                <a:moveTo>
                  <a:pt x="90021" y="305656"/>
                </a:moveTo>
                <a:cubicBezTo>
                  <a:pt x="76719" y="301415"/>
                  <a:pt x="63848" y="288362"/>
                  <a:pt x="74489" y="271399"/>
                </a:cubicBezTo>
                <a:cubicBezTo>
                  <a:pt x="85130" y="254437"/>
                  <a:pt x="169860" y="145863"/>
                  <a:pt x="212721" y="86494"/>
                </a:cubicBezTo>
                <a:moveTo>
                  <a:pt x="398258" y="118427"/>
                </a:moveTo>
                <a:cubicBezTo>
                  <a:pt x="535709" y="125495"/>
                  <a:pt x="855739" y="139940"/>
                  <a:pt x="965698" y="139940"/>
                </a:cubicBezTo>
                <a:cubicBezTo>
                  <a:pt x="1075659" y="139940"/>
                  <a:pt x="1170668" y="127218"/>
                  <a:pt x="1183970" y="131458"/>
                </a:cubicBezTo>
                <a:moveTo>
                  <a:pt x="1321705" y="0"/>
                </a:moveTo>
                <a:cubicBezTo>
                  <a:pt x="1335007" y="0"/>
                  <a:pt x="1361610" y="12722"/>
                  <a:pt x="1321705" y="42406"/>
                </a:cubicBezTo>
                <a:cubicBezTo>
                  <a:pt x="1272209" y="79224"/>
                  <a:pt x="1120672" y="206378"/>
                  <a:pt x="1085202" y="236063"/>
                </a:cubicBezTo>
                <a:moveTo>
                  <a:pt x="1107880" y="257406"/>
                </a:moveTo>
                <a:cubicBezTo>
                  <a:pt x="1118225" y="254579"/>
                  <a:pt x="1144827" y="251892"/>
                  <a:pt x="1187392" y="258677"/>
                </a:cubicBezTo>
                <a:cubicBezTo>
                  <a:pt x="1240599" y="267159"/>
                  <a:pt x="1338144" y="258677"/>
                  <a:pt x="1364748" y="241715"/>
                </a:cubicBezTo>
                <a:cubicBezTo>
                  <a:pt x="1386030" y="228145"/>
                  <a:pt x="1374732" y="199711"/>
                  <a:pt x="1370298" y="195470"/>
                </a:cubicBezTo>
                <a:moveTo>
                  <a:pt x="1218934" y="26672"/>
                </a:moveTo>
                <a:lnTo>
                  <a:pt x="1261010" y="0"/>
                </a:lnTo>
                <a:moveTo>
                  <a:pt x="1174031" y="55691"/>
                </a:moveTo>
                <a:cubicBezTo>
                  <a:pt x="1174031" y="55691"/>
                  <a:pt x="983746" y="189308"/>
                  <a:pt x="850418" y="271399"/>
                </a:cubicBezTo>
                <a:moveTo>
                  <a:pt x="850418" y="271399"/>
                </a:moveTo>
                <a:cubicBezTo>
                  <a:pt x="823815" y="290184"/>
                  <a:pt x="770608" y="314415"/>
                  <a:pt x="699666" y="292602"/>
                </a:cubicBezTo>
                <a:cubicBezTo>
                  <a:pt x="628724" y="270789"/>
                  <a:pt x="431567" y="174345"/>
                  <a:pt x="345845" y="138808"/>
                </a:cubicBezTo>
              </a:path>
            </a:pathLst>
          </a:custGeom>
          <a:noFill/>
          <a:ln w="43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321594" y="3928514"/>
            <a:ext cx="1924900" cy="249679"/>
          </a:xfrm>
          <a:custGeom>
            <a:avLst/>
            <a:gdLst/>
            <a:ahLst/>
            <a:cxnLst/>
            <a:rect l="0" t="0" r="0" b="0"/>
            <a:pathLst>
              <a:path w="1924900" h="249679">
                <a:moveTo>
                  <a:pt x="0" y="244260"/>
                </a:moveTo>
                <a:lnTo>
                  <a:pt x="109800" y="244260"/>
                </a:lnTo>
                <a:moveTo>
                  <a:pt x="341777" y="244260"/>
                </a:moveTo>
                <a:lnTo>
                  <a:pt x="296393" y="244260"/>
                </a:lnTo>
                <a:moveTo>
                  <a:pt x="393978" y="244260"/>
                </a:moveTo>
                <a:cubicBezTo>
                  <a:pt x="408365" y="244339"/>
                  <a:pt x="427779" y="244419"/>
                  <a:pt x="443713" y="244499"/>
                </a:cubicBezTo>
                <a:moveTo>
                  <a:pt x="1401496" y="244868"/>
                </a:moveTo>
                <a:cubicBezTo>
                  <a:pt x="1401496" y="244868"/>
                  <a:pt x="1453137" y="244868"/>
                  <a:pt x="1493569" y="244868"/>
                </a:cubicBezTo>
                <a:moveTo>
                  <a:pt x="1446055" y="53433"/>
                </a:moveTo>
                <a:lnTo>
                  <a:pt x="1446055" y="244868"/>
                </a:lnTo>
                <a:moveTo>
                  <a:pt x="1446055" y="53433"/>
                </a:moveTo>
                <a:cubicBezTo>
                  <a:pt x="1467257" y="70395"/>
                  <a:pt x="1476658" y="77647"/>
                  <a:pt x="1493569" y="91599"/>
                </a:cubicBezTo>
                <a:moveTo>
                  <a:pt x="1446055" y="53433"/>
                </a:moveTo>
                <a:cubicBezTo>
                  <a:pt x="1435208" y="44756"/>
                  <a:pt x="1419254" y="28546"/>
                  <a:pt x="1407459" y="15868"/>
                </a:cubicBezTo>
                <a:moveTo>
                  <a:pt x="1493569" y="91599"/>
                </a:moveTo>
                <a:cubicBezTo>
                  <a:pt x="1493569" y="91599"/>
                  <a:pt x="1493569" y="185012"/>
                  <a:pt x="1493569" y="244868"/>
                </a:cubicBezTo>
                <a:moveTo>
                  <a:pt x="1493569" y="91599"/>
                </a:moveTo>
                <a:cubicBezTo>
                  <a:pt x="1510751" y="105774"/>
                  <a:pt x="1528940" y="114575"/>
                  <a:pt x="1547829" y="126561"/>
                </a:cubicBezTo>
                <a:moveTo>
                  <a:pt x="1493569" y="244868"/>
                </a:moveTo>
                <a:cubicBezTo>
                  <a:pt x="1493569" y="244868"/>
                  <a:pt x="1505963" y="244868"/>
                  <a:pt x="1513904" y="244868"/>
                </a:cubicBezTo>
                <a:cubicBezTo>
                  <a:pt x="1527153" y="244868"/>
                  <a:pt x="1533545" y="244754"/>
                  <a:pt x="1547829" y="244868"/>
                </a:cubicBezTo>
                <a:moveTo>
                  <a:pt x="1547829" y="126561"/>
                </a:moveTo>
                <a:lnTo>
                  <a:pt x="1547829" y="244868"/>
                </a:lnTo>
                <a:moveTo>
                  <a:pt x="1547829" y="126561"/>
                </a:moveTo>
                <a:cubicBezTo>
                  <a:pt x="1565667" y="137878"/>
                  <a:pt x="1584128" y="148252"/>
                  <a:pt x="1602957" y="157748"/>
                </a:cubicBezTo>
                <a:moveTo>
                  <a:pt x="1547829" y="244868"/>
                </a:moveTo>
                <a:cubicBezTo>
                  <a:pt x="1557382" y="244944"/>
                  <a:pt x="1563417" y="244879"/>
                  <a:pt x="1575165" y="244871"/>
                </a:cubicBezTo>
                <a:moveTo>
                  <a:pt x="1602957" y="157748"/>
                </a:moveTo>
                <a:lnTo>
                  <a:pt x="1602957" y="244971"/>
                </a:lnTo>
                <a:moveTo>
                  <a:pt x="1602957" y="157748"/>
                </a:moveTo>
                <a:cubicBezTo>
                  <a:pt x="1622781" y="167745"/>
                  <a:pt x="1643012" y="176769"/>
                  <a:pt x="1663350" y="184892"/>
                </a:cubicBezTo>
                <a:moveTo>
                  <a:pt x="1602957" y="244971"/>
                </a:moveTo>
                <a:cubicBezTo>
                  <a:pt x="1612431" y="245073"/>
                  <a:pt x="1622357" y="245185"/>
                  <a:pt x="1632642" y="245304"/>
                </a:cubicBezTo>
                <a:moveTo>
                  <a:pt x="1602957" y="244971"/>
                </a:moveTo>
                <a:cubicBezTo>
                  <a:pt x="1594927" y="244884"/>
                  <a:pt x="1582489" y="244867"/>
                  <a:pt x="1575165" y="244871"/>
                </a:cubicBezTo>
                <a:moveTo>
                  <a:pt x="1632642" y="109737"/>
                </a:moveTo>
                <a:lnTo>
                  <a:pt x="1632642" y="245304"/>
                </a:lnTo>
                <a:moveTo>
                  <a:pt x="1632642" y="245304"/>
                </a:moveTo>
                <a:cubicBezTo>
                  <a:pt x="1642571" y="245420"/>
                  <a:pt x="1652835" y="245541"/>
                  <a:pt x="1663350" y="245669"/>
                </a:cubicBezTo>
                <a:moveTo>
                  <a:pt x="1663350" y="184892"/>
                </a:moveTo>
                <a:lnTo>
                  <a:pt x="1663350" y="245669"/>
                </a:lnTo>
                <a:moveTo>
                  <a:pt x="1663350" y="184892"/>
                </a:moveTo>
                <a:cubicBezTo>
                  <a:pt x="1687053" y="194360"/>
                  <a:pt x="1710901" y="202605"/>
                  <a:pt x="1734417" y="209746"/>
                </a:cubicBezTo>
                <a:moveTo>
                  <a:pt x="1663350" y="245669"/>
                </a:moveTo>
                <a:cubicBezTo>
                  <a:pt x="1675441" y="245815"/>
                  <a:pt x="1687864" y="245970"/>
                  <a:pt x="1700492" y="246129"/>
                </a:cubicBezTo>
                <a:moveTo>
                  <a:pt x="1700492" y="153586"/>
                </a:moveTo>
                <a:lnTo>
                  <a:pt x="1700492" y="246129"/>
                </a:lnTo>
                <a:moveTo>
                  <a:pt x="1700492" y="246129"/>
                </a:moveTo>
                <a:cubicBezTo>
                  <a:pt x="1711669" y="246270"/>
                  <a:pt x="1723007" y="246416"/>
                  <a:pt x="1734417" y="246564"/>
                </a:cubicBezTo>
                <a:moveTo>
                  <a:pt x="1734417" y="209746"/>
                </a:moveTo>
                <a:lnTo>
                  <a:pt x="1734417" y="246564"/>
                </a:lnTo>
                <a:moveTo>
                  <a:pt x="1734417" y="209746"/>
                </a:moveTo>
                <a:cubicBezTo>
                  <a:pt x="1768073" y="219967"/>
                  <a:pt x="1801050" y="227925"/>
                  <a:pt x="1831951" y="233966"/>
                </a:cubicBezTo>
                <a:moveTo>
                  <a:pt x="1734417" y="246564"/>
                </a:moveTo>
                <a:cubicBezTo>
                  <a:pt x="1745683" y="246711"/>
                  <a:pt x="1757020" y="246860"/>
                  <a:pt x="1768342" y="247011"/>
                </a:cubicBezTo>
                <a:moveTo>
                  <a:pt x="1768342" y="186637"/>
                </a:moveTo>
                <a:lnTo>
                  <a:pt x="1768342" y="247011"/>
                </a:lnTo>
                <a:moveTo>
                  <a:pt x="1768342" y="247011"/>
                </a:moveTo>
                <a:cubicBezTo>
                  <a:pt x="1839624" y="247959"/>
                  <a:pt x="1876039" y="248962"/>
                  <a:pt x="1924900" y="249679"/>
                </a:cubicBezTo>
                <a:lnTo>
                  <a:pt x="1899801" y="244767"/>
                </a:lnTo>
                <a:cubicBezTo>
                  <a:pt x="1878888" y="242223"/>
                  <a:pt x="1856051" y="238678"/>
                  <a:pt x="1831951" y="233966"/>
                </a:cubicBezTo>
                <a:moveTo>
                  <a:pt x="1831951" y="208249"/>
                </a:moveTo>
                <a:lnTo>
                  <a:pt x="1831951" y="233966"/>
                </a:lnTo>
                <a:moveTo>
                  <a:pt x="1924900" y="227298"/>
                </a:moveTo>
                <a:cubicBezTo>
                  <a:pt x="1844449" y="216159"/>
                  <a:pt x="1720338" y="191018"/>
                  <a:pt x="1575165" y="63582"/>
                </a:cubicBezTo>
                <a:moveTo>
                  <a:pt x="1347844" y="18615"/>
                </a:moveTo>
                <a:cubicBezTo>
                  <a:pt x="1340024" y="28354"/>
                  <a:pt x="1315137" y="54146"/>
                  <a:pt x="1300384" y="67828"/>
                </a:cubicBezTo>
                <a:moveTo>
                  <a:pt x="932485" y="246103"/>
                </a:moveTo>
                <a:cubicBezTo>
                  <a:pt x="999062" y="236264"/>
                  <a:pt x="1034437" y="224377"/>
                  <a:pt x="1067150" y="211229"/>
                </a:cubicBezTo>
                <a:moveTo>
                  <a:pt x="932485" y="246103"/>
                </a:moveTo>
                <a:cubicBezTo>
                  <a:pt x="998350" y="246140"/>
                  <a:pt x="1034023" y="246145"/>
                  <a:pt x="1067150" y="246111"/>
                </a:cubicBezTo>
                <a:moveTo>
                  <a:pt x="932485" y="246103"/>
                </a:moveTo>
                <a:cubicBezTo>
                  <a:pt x="894175" y="246065"/>
                  <a:pt x="854230" y="245994"/>
                  <a:pt x="813748" y="245898"/>
                </a:cubicBezTo>
                <a:moveTo>
                  <a:pt x="1300384" y="67828"/>
                </a:moveTo>
                <a:lnTo>
                  <a:pt x="1300384" y="244868"/>
                </a:lnTo>
                <a:moveTo>
                  <a:pt x="1300384" y="67828"/>
                </a:moveTo>
                <a:cubicBezTo>
                  <a:pt x="1288451" y="78894"/>
                  <a:pt x="1274292" y="90943"/>
                  <a:pt x="1257978" y="103479"/>
                </a:cubicBezTo>
                <a:moveTo>
                  <a:pt x="1300384" y="244868"/>
                </a:moveTo>
                <a:lnTo>
                  <a:pt x="1345135" y="244868"/>
                </a:lnTo>
                <a:moveTo>
                  <a:pt x="1300384" y="244868"/>
                </a:moveTo>
                <a:cubicBezTo>
                  <a:pt x="1286240" y="244455"/>
                  <a:pt x="1272121" y="245107"/>
                  <a:pt x="1257978" y="244868"/>
                </a:cubicBezTo>
                <a:moveTo>
                  <a:pt x="1257978" y="103479"/>
                </a:moveTo>
                <a:lnTo>
                  <a:pt x="1257978" y="244868"/>
                </a:lnTo>
                <a:moveTo>
                  <a:pt x="1257978" y="103479"/>
                </a:moveTo>
                <a:cubicBezTo>
                  <a:pt x="1245029" y="113430"/>
                  <a:pt x="1230722" y="123688"/>
                  <a:pt x="1215091" y="134004"/>
                </a:cubicBezTo>
                <a:moveTo>
                  <a:pt x="1257978" y="244868"/>
                </a:moveTo>
                <a:cubicBezTo>
                  <a:pt x="1257978" y="244868"/>
                  <a:pt x="1232738" y="245330"/>
                  <a:pt x="1215091" y="245501"/>
                </a:cubicBezTo>
                <a:moveTo>
                  <a:pt x="1215091" y="134004"/>
                </a:moveTo>
                <a:lnTo>
                  <a:pt x="1215091" y="245501"/>
                </a:lnTo>
                <a:moveTo>
                  <a:pt x="1215091" y="134004"/>
                </a:moveTo>
                <a:cubicBezTo>
                  <a:pt x="1198375" y="145037"/>
                  <a:pt x="1180145" y="156138"/>
                  <a:pt x="1160443" y="167003"/>
                </a:cubicBezTo>
                <a:moveTo>
                  <a:pt x="1215091" y="245501"/>
                </a:moveTo>
                <a:cubicBezTo>
                  <a:pt x="1199258" y="245654"/>
                  <a:pt x="1180894" y="245777"/>
                  <a:pt x="1160443" y="245871"/>
                </a:cubicBezTo>
                <a:moveTo>
                  <a:pt x="1160443" y="167003"/>
                </a:moveTo>
                <a:lnTo>
                  <a:pt x="1160443" y="245871"/>
                </a:lnTo>
                <a:moveTo>
                  <a:pt x="1160443" y="167003"/>
                </a:moveTo>
                <a:cubicBezTo>
                  <a:pt x="1145712" y="175127"/>
                  <a:pt x="1130157" y="183120"/>
                  <a:pt x="1113797" y="190854"/>
                </a:cubicBezTo>
                <a:moveTo>
                  <a:pt x="1160443" y="245871"/>
                </a:moveTo>
                <a:cubicBezTo>
                  <a:pt x="1145896" y="245938"/>
                  <a:pt x="1130294" y="245991"/>
                  <a:pt x="1113797" y="246031"/>
                </a:cubicBezTo>
                <a:moveTo>
                  <a:pt x="1113797" y="190854"/>
                </a:moveTo>
                <a:lnTo>
                  <a:pt x="1113797" y="246031"/>
                </a:lnTo>
                <a:moveTo>
                  <a:pt x="1113797" y="190854"/>
                </a:moveTo>
                <a:cubicBezTo>
                  <a:pt x="1098910" y="197891"/>
                  <a:pt x="1083357" y="204715"/>
                  <a:pt x="1067150" y="211229"/>
                </a:cubicBezTo>
                <a:moveTo>
                  <a:pt x="1113797" y="246031"/>
                </a:moveTo>
                <a:cubicBezTo>
                  <a:pt x="1098935" y="246068"/>
                  <a:pt x="1083347" y="246094"/>
                  <a:pt x="1067150" y="246111"/>
                </a:cubicBezTo>
                <a:moveTo>
                  <a:pt x="1067150" y="211229"/>
                </a:moveTo>
                <a:lnTo>
                  <a:pt x="1067150" y="246111"/>
                </a:lnTo>
                <a:moveTo>
                  <a:pt x="999300" y="235274"/>
                </a:moveTo>
                <a:cubicBezTo>
                  <a:pt x="939301" y="229203"/>
                  <a:pt x="858669" y="218091"/>
                  <a:pt x="813748" y="203702"/>
                </a:cubicBezTo>
                <a:moveTo>
                  <a:pt x="644123" y="113061"/>
                </a:moveTo>
                <a:cubicBezTo>
                  <a:pt x="645692" y="114390"/>
                  <a:pt x="647285" y="115717"/>
                  <a:pt x="648901" y="117042"/>
                </a:cubicBezTo>
                <a:cubicBezTo>
                  <a:pt x="664842" y="130113"/>
                  <a:pt x="683065" y="142990"/>
                  <a:pt x="703822" y="155208"/>
                </a:cubicBezTo>
                <a:moveTo>
                  <a:pt x="644123" y="113061"/>
                </a:moveTo>
                <a:lnTo>
                  <a:pt x="644123" y="197614"/>
                </a:lnTo>
                <a:moveTo>
                  <a:pt x="644123" y="113061"/>
                </a:moveTo>
                <a:cubicBezTo>
                  <a:pt x="595775" y="72131"/>
                  <a:pt x="557417" y="29595"/>
                  <a:pt x="543754" y="0"/>
                </a:cubicBezTo>
                <a:moveTo>
                  <a:pt x="703822" y="155208"/>
                </a:moveTo>
                <a:lnTo>
                  <a:pt x="703822" y="214576"/>
                </a:lnTo>
                <a:moveTo>
                  <a:pt x="703822" y="155208"/>
                </a:moveTo>
                <a:cubicBezTo>
                  <a:pt x="718926" y="164098"/>
                  <a:pt x="735373" y="172639"/>
                  <a:pt x="753259" y="180651"/>
                </a:cubicBezTo>
                <a:moveTo>
                  <a:pt x="753259" y="180651"/>
                </a:moveTo>
                <a:lnTo>
                  <a:pt x="753259" y="231539"/>
                </a:lnTo>
                <a:moveTo>
                  <a:pt x="753259" y="180651"/>
                </a:moveTo>
                <a:cubicBezTo>
                  <a:pt x="771833" y="188972"/>
                  <a:pt x="791960" y="196722"/>
                  <a:pt x="813748" y="203702"/>
                </a:cubicBezTo>
                <a:moveTo>
                  <a:pt x="813748" y="203702"/>
                </a:moveTo>
                <a:lnTo>
                  <a:pt x="813748" y="245898"/>
                </a:lnTo>
                <a:moveTo>
                  <a:pt x="813748" y="245898"/>
                </a:moveTo>
                <a:cubicBezTo>
                  <a:pt x="760216" y="237543"/>
                  <a:pt x="712194" y="224130"/>
                  <a:pt x="669567" y="207701"/>
                </a:cubicBezTo>
                <a:moveTo>
                  <a:pt x="669567" y="245469"/>
                </a:moveTo>
                <a:cubicBezTo>
                  <a:pt x="717168" y="245637"/>
                  <a:pt x="765834" y="245785"/>
                  <a:pt x="813748" y="245898"/>
                </a:cubicBezTo>
                <a:moveTo>
                  <a:pt x="411418" y="20067"/>
                </a:moveTo>
                <a:cubicBezTo>
                  <a:pt x="421648" y="34618"/>
                  <a:pt x="432787" y="47759"/>
                  <a:pt x="443713" y="59163"/>
                </a:cubicBezTo>
                <a:moveTo>
                  <a:pt x="443713" y="59163"/>
                </a:moveTo>
                <a:lnTo>
                  <a:pt x="443713" y="244499"/>
                </a:lnTo>
                <a:moveTo>
                  <a:pt x="443713" y="59163"/>
                </a:moveTo>
                <a:cubicBezTo>
                  <a:pt x="461330" y="77549"/>
                  <a:pt x="481809" y="94847"/>
                  <a:pt x="509629" y="117042"/>
                </a:cubicBezTo>
                <a:moveTo>
                  <a:pt x="443713" y="244499"/>
                </a:moveTo>
                <a:cubicBezTo>
                  <a:pt x="464565" y="244605"/>
                  <a:pt x="486632" y="244711"/>
                  <a:pt x="509629" y="244817"/>
                </a:cubicBezTo>
                <a:moveTo>
                  <a:pt x="509629" y="117042"/>
                </a:moveTo>
                <a:lnTo>
                  <a:pt x="509629" y="244817"/>
                </a:lnTo>
                <a:moveTo>
                  <a:pt x="509629" y="117042"/>
                </a:moveTo>
                <a:cubicBezTo>
                  <a:pt x="524499" y="128904"/>
                  <a:pt x="541052" y="140816"/>
                  <a:pt x="559311" y="152402"/>
                </a:cubicBezTo>
                <a:moveTo>
                  <a:pt x="509629" y="244817"/>
                </a:moveTo>
                <a:cubicBezTo>
                  <a:pt x="525765" y="244892"/>
                  <a:pt x="542358" y="244965"/>
                  <a:pt x="559311" y="245038"/>
                </a:cubicBezTo>
                <a:moveTo>
                  <a:pt x="559311" y="152402"/>
                </a:moveTo>
                <a:lnTo>
                  <a:pt x="559311" y="245038"/>
                </a:lnTo>
                <a:moveTo>
                  <a:pt x="559311" y="152402"/>
                </a:moveTo>
                <a:cubicBezTo>
                  <a:pt x="577041" y="163654"/>
                  <a:pt x="596379" y="174598"/>
                  <a:pt x="617345" y="184892"/>
                </a:cubicBezTo>
                <a:moveTo>
                  <a:pt x="559311" y="245038"/>
                </a:moveTo>
                <a:cubicBezTo>
                  <a:pt x="578253" y="245119"/>
                  <a:pt x="597643" y="245198"/>
                  <a:pt x="617345" y="245275"/>
                </a:cubicBezTo>
                <a:moveTo>
                  <a:pt x="617345" y="184892"/>
                </a:moveTo>
                <a:lnTo>
                  <a:pt x="617345" y="245275"/>
                </a:lnTo>
                <a:moveTo>
                  <a:pt x="617345" y="184892"/>
                </a:moveTo>
                <a:cubicBezTo>
                  <a:pt x="633752" y="192948"/>
                  <a:pt x="651157" y="200606"/>
                  <a:pt x="669567" y="207701"/>
                </a:cubicBezTo>
                <a:moveTo>
                  <a:pt x="617345" y="245275"/>
                </a:moveTo>
                <a:cubicBezTo>
                  <a:pt x="634546" y="245342"/>
                  <a:pt x="651984" y="245406"/>
                  <a:pt x="669567" y="245469"/>
                </a:cubicBezTo>
                <a:moveTo>
                  <a:pt x="669567" y="207701"/>
                </a:moveTo>
                <a:lnTo>
                  <a:pt x="669567" y="245469"/>
                </a:lnTo>
                <a:moveTo>
                  <a:pt x="0" y="227298"/>
                </a:moveTo>
                <a:cubicBezTo>
                  <a:pt x="38810" y="219536"/>
                  <a:pt x="77924" y="209316"/>
                  <a:pt x="109800" y="197614"/>
                </a:cubicBezTo>
                <a:moveTo>
                  <a:pt x="296393" y="86795"/>
                </a:moveTo>
                <a:cubicBezTo>
                  <a:pt x="309828" y="74008"/>
                  <a:pt x="321836" y="61914"/>
                  <a:pt x="330317" y="53433"/>
                </a:cubicBezTo>
                <a:lnTo>
                  <a:pt x="343805" y="40381"/>
                </a:lnTo>
                <a:moveTo>
                  <a:pt x="296393" y="86795"/>
                </a:moveTo>
                <a:lnTo>
                  <a:pt x="296393" y="244260"/>
                </a:lnTo>
                <a:moveTo>
                  <a:pt x="296393" y="86795"/>
                </a:moveTo>
                <a:cubicBezTo>
                  <a:pt x="285066" y="97575"/>
                  <a:pt x="271214" y="109284"/>
                  <a:pt x="254811" y="121283"/>
                </a:cubicBezTo>
                <a:moveTo>
                  <a:pt x="296393" y="244260"/>
                </a:moveTo>
                <a:lnTo>
                  <a:pt x="254811" y="244260"/>
                </a:lnTo>
                <a:moveTo>
                  <a:pt x="254811" y="121283"/>
                </a:moveTo>
                <a:lnTo>
                  <a:pt x="254811" y="244260"/>
                </a:lnTo>
                <a:moveTo>
                  <a:pt x="254811" y="121283"/>
                </a:moveTo>
                <a:cubicBezTo>
                  <a:pt x="241387" y="131102"/>
                  <a:pt x="226254" y="141114"/>
                  <a:pt x="209399" y="150967"/>
                </a:cubicBezTo>
                <a:moveTo>
                  <a:pt x="254811" y="244260"/>
                </a:moveTo>
                <a:lnTo>
                  <a:pt x="209399" y="244260"/>
                </a:lnTo>
                <a:moveTo>
                  <a:pt x="209399" y="150967"/>
                </a:moveTo>
                <a:lnTo>
                  <a:pt x="209399" y="244260"/>
                </a:lnTo>
                <a:moveTo>
                  <a:pt x="209399" y="150967"/>
                </a:moveTo>
                <a:cubicBezTo>
                  <a:pt x="195715" y="158967"/>
                  <a:pt x="180895" y="166861"/>
                  <a:pt x="164933" y="174464"/>
                </a:cubicBezTo>
                <a:moveTo>
                  <a:pt x="209399" y="244260"/>
                </a:moveTo>
                <a:lnTo>
                  <a:pt x="164933" y="244260"/>
                </a:lnTo>
                <a:moveTo>
                  <a:pt x="164933" y="174464"/>
                </a:moveTo>
                <a:lnTo>
                  <a:pt x="164933" y="244260"/>
                </a:lnTo>
                <a:moveTo>
                  <a:pt x="164933" y="174464"/>
                </a:moveTo>
                <a:cubicBezTo>
                  <a:pt x="147865" y="182592"/>
                  <a:pt x="129490" y="190385"/>
                  <a:pt x="109800" y="197614"/>
                </a:cubicBezTo>
                <a:moveTo>
                  <a:pt x="164933" y="244260"/>
                </a:moveTo>
                <a:lnTo>
                  <a:pt x="109800" y="244260"/>
                </a:lnTo>
                <a:moveTo>
                  <a:pt x="109800" y="197614"/>
                </a:moveTo>
                <a:lnTo>
                  <a:pt x="109800" y="244260"/>
                </a:lnTo>
                <a:moveTo>
                  <a:pt x="1532382" y="23096"/>
                </a:moveTo>
                <a:cubicBezTo>
                  <a:pt x="1548506" y="39308"/>
                  <a:pt x="1559617" y="49933"/>
                  <a:pt x="1575165" y="63582"/>
                </a:cubicBezTo>
                <a:moveTo>
                  <a:pt x="1575165" y="63582"/>
                </a:moveTo>
                <a:lnTo>
                  <a:pt x="1575165" y="244871"/>
                </a:lnTo>
              </a:path>
            </a:pathLst>
          </a:custGeom>
          <a:noFill/>
          <a:ln w="43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71713" y="2566035"/>
            <a:ext cx="1567076" cy="1145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"/>
              </a:rPr>
              <a:t>Configure interface IP and enable 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1713" y="3247904"/>
            <a:ext cx="1119746" cy="1031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 Slab"/>
              </a:rPr>
              <a:t>Connectivity Validation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1713" y="2394138"/>
            <a:ext cx="985562" cy="1031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 Slab"/>
              </a:rPr>
              <a:t>Router Configuration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6305550" y="2084058"/>
            <a:ext cx="2418988" cy="342900"/>
            <a:chOff x="6305550" y="2084058"/>
            <a:chExt cx="2418988" cy="342900"/>
          </a:xfrm>
        </p:grpSpPr>
        <p:sp>
          <p:nvSpPr>
            <p:cNvPr id="50" name="TextBox 49"/>
            <p:cNvSpPr txBox="1"/>
            <p:nvPr/>
          </p:nvSpPr>
          <p:spPr>
            <a:xfrm>
              <a:off x="6305550" y="2084058"/>
              <a:ext cx="2781836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22403B"/>
                  </a:solidFill>
                  <a:latin typeface="Roboto"/>
                </a:rPr>
                <a:t>Virtual network configuration and end-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305550" y="2255508"/>
              <a:ext cx="2781836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22403B"/>
                  </a:solidFill>
                  <a:latin typeface="Roboto"/>
                </a:rPr>
                <a:t>to-end connectivity simulation</a:t>
              </a: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3471713" y="1740932"/>
            <a:ext cx="1612392" cy="1145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"/>
              </a:rPr>
              <a:t>Assign static IP and default gateway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71713" y="1569035"/>
            <a:ext cx="799481" cy="1031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 Slab"/>
              </a:rPr>
              <a:t>PC Configuration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6305550" y="371478"/>
            <a:ext cx="2420540" cy="1541134"/>
            <a:chOff x="6305550" y="371478"/>
            <a:chExt cx="2420540" cy="1541134"/>
          </a:xfrm>
        </p:grpSpPr>
        <p:sp>
          <p:nvSpPr>
            <p:cNvPr id="55" name="TextBox 54"/>
            <p:cNvSpPr txBox="1"/>
            <p:nvPr/>
          </p:nvSpPr>
          <p:spPr>
            <a:xfrm>
              <a:off x="6305550" y="371478"/>
              <a:ext cx="2783621" cy="3852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22403B"/>
                  </a:solidFill>
                  <a:latin typeface="Roboto Slab"/>
                </a:rPr>
                <a:t>Cisco Packet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305550" y="756764"/>
              <a:ext cx="2783621" cy="3852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22403B"/>
                  </a:solidFill>
                  <a:latin typeface="Roboto Slab"/>
                </a:rPr>
                <a:t>Tracer: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305550" y="1142050"/>
              <a:ext cx="2783621" cy="3852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22403B"/>
                  </a:solidFill>
                  <a:latin typeface="Roboto Slab"/>
                </a:rPr>
                <a:t>Topology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305550" y="1527336"/>
              <a:ext cx="2783621" cy="3852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22403B"/>
                  </a:solidFill>
                  <a:latin typeface="Roboto Slab"/>
                </a:rPr>
                <a:t>Design</a:t>
              </a: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3471713" y="915829"/>
            <a:ext cx="1352107" cy="1145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"/>
              </a:rPr>
              <a:t>Disconnected network devices</a:t>
            </a:r>
          </a:p>
        </p:txBody>
      </p:sp>
      <p:grpSp>
        <p:nvGrpSpPr>
          <p:cNvPr id="70" name="Group 69"/>
          <p:cNvGrpSpPr/>
          <p:nvPr/>
        </p:nvGrpSpPr>
        <p:grpSpPr>
          <a:xfrm>
            <a:off x="6305550" y="3152826"/>
            <a:ext cx="2436495" cy="1714451"/>
            <a:chOff x="6305550" y="3152826"/>
            <a:chExt cx="2436495" cy="1714451"/>
          </a:xfrm>
        </p:grpSpPr>
        <p:sp>
          <p:nvSpPr>
            <p:cNvPr id="61" name="TextBox 60"/>
            <p:cNvSpPr txBox="1"/>
            <p:nvPr/>
          </p:nvSpPr>
          <p:spPr>
            <a:xfrm>
              <a:off x="6305550" y="3152826"/>
              <a:ext cx="280196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Configuration: Static IP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305550" y="3343326"/>
              <a:ext cx="280196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192.168.1.10/24 on PC;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305550" y="3533826"/>
              <a:ext cx="280196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Default Gateway 192.168.1.1.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305550" y="3724326"/>
              <a:ext cx="280196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Router CLI: interface g0/0, ip address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305550" y="3914826"/>
              <a:ext cx="280196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192.168.1.1 255.255.255.0, no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305550" y="4105326"/>
              <a:ext cx="280196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shutdown.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305550" y="4295826"/>
              <a:ext cx="280196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Validation: Successful ICMP ping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305550" y="4486326"/>
              <a:ext cx="280196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from PC to Router interface confirms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305550" y="4676826"/>
              <a:ext cx="2801969" cy="190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1">
                  <a:solidFill>
                    <a:srgbClr val="22403B"/>
                  </a:solidFill>
                  <a:latin typeface="Roboto"/>
                </a:rPr>
                <a:t>routing.</a:t>
              </a: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3471713" y="4073007"/>
            <a:ext cx="927650" cy="1031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 Slab"/>
              </a:rPr>
              <a:t>Connected Network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71713" y="743931"/>
            <a:ext cx="719244" cy="1031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 Slab"/>
              </a:rPr>
              <a:t>Initial Network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71713" y="4244905"/>
            <a:ext cx="1551872" cy="1145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"/>
              </a:rPr>
              <a:t>End-to-end connectivity simulation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71713" y="3419802"/>
            <a:ext cx="1304043" cy="1145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1">
                <a:solidFill>
                  <a:srgbClr val="22403B"/>
                </a:solidFill>
                <a:latin typeface="Roboto"/>
              </a:rPr>
              <a:t>Ping router interface from PC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866792" y="1527037"/>
            <a:ext cx="2141448" cy="727443"/>
          </a:xfrm>
          <a:custGeom>
            <a:avLst/>
            <a:gdLst/>
            <a:ahLst/>
            <a:cxnLst/>
            <a:rect l="0" t="0" r="0" b="0"/>
            <a:pathLst>
              <a:path w="2141448" h="727443">
                <a:moveTo>
                  <a:pt x="1749123" y="343290"/>
                </a:moveTo>
                <a:cubicBezTo>
                  <a:pt x="1749123" y="266680"/>
                  <a:pt x="1749123" y="223732"/>
                  <a:pt x="1749123" y="147123"/>
                </a:cubicBezTo>
                <a:lnTo>
                  <a:pt x="1561137" y="147123"/>
                </a:lnTo>
                <a:lnTo>
                  <a:pt x="1561137" y="253374"/>
                </a:lnTo>
                <a:lnTo>
                  <a:pt x="1397660" y="335108"/>
                </a:lnTo>
                <a:lnTo>
                  <a:pt x="1234192" y="253374"/>
                </a:lnTo>
                <a:lnTo>
                  <a:pt x="1234192" y="147123"/>
                </a:lnTo>
                <a:lnTo>
                  <a:pt x="0" y="147123"/>
                </a:lnTo>
                <a:lnTo>
                  <a:pt x="0" y="580320"/>
                </a:lnTo>
                <a:cubicBezTo>
                  <a:pt x="0" y="661568"/>
                  <a:pt x="65865" y="727443"/>
                  <a:pt x="147123" y="727443"/>
                </a:cubicBezTo>
                <a:lnTo>
                  <a:pt x="2141448" y="727443"/>
                </a:lnTo>
                <a:lnTo>
                  <a:pt x="2133276" y="637527"/>
                </a:lnTo>
                <a:lnTo>
                  <a:pt x="1642872" y="621182"/>
                </a:lnTo>
                <a:lnTo>
                  <a:pt x="2141448" y="613009"/>
                </a:lnTo>
                <a:lnTo>
                  <a:pt x="2133276" y="580320"/>
                </a:lnTo>
                <a:lnTo>
                  <a:pt x="2141448" y="363721"/>
                </a:lnTo>
                <a:lnTo>
                  <a:pt x="2133276" y="363721"/>
                </a:lnTo>
                <a:lnTo>
                  <a:pt x="2141448" y="147123"/>
                </a:lnTo>
                <a:lnTo>
                  <a:pt x="2141448" y="122605"/>
                </a:lnTo>
                <a:lnTo>
                  <a:pt x="1961635" y="106251"/>
                </a:lnTo>
                <a:lnTo>
                  <a:pt x="2133276" y="98078"/>
                </a:lnTo>
                <a:lnTo>
                  <a:pt x="2141448" y="0"/>
                </a:lnTo>
                <a:lnTo>
                  <a:pt x="147123" y="0"/>
                </a:lnTo>
                <a:cubicBezTo>
                  <a:pt x="65865" y="0"/>
                  <a:pt x="0" y="65865"/>
                  <a:pt x="0" y="147123"/>
                </a:cubicBezTo>
                <a:lnTo>
                  <a:pt x="1234192" y="147123"/>
                </a:lnTo>
                <a:lnTo>
                  <a:pt x="1234192" y="106251"/>
                </a:lnTo>
                <a:cubicBezTo>
                  <a:pt x="1234192" y="88201"/>
                  <a:pt x="1219561" y="73561"/>
                  <a:pt x="1201502" y="73561"/>
                </a:cubicBezTo>
                <a:lnTo>
                  <a:pt x="1528438" y="73561"/>
                </a:lnTo>
                <a:cubicBezTo>
                  <a:pt x="1546498" y="73561"/>
                  <a:pt x="1561137" y="88201"/>
                  <a:pt x="1561137" y="106251"/>
                </a:cubicBezTo>
                <a:lnTo>
                  <a:pt x="1561137" y="147123"/>
                </a:lnTo>
                <a:lnTo>
                  <a:pt x="1749123" y="147123"/>
                </a:lnTo>
                <a:lnTo>
                  <a:pt x="1749123" y="580320"/>
                </a:lnTo>
                <a:cubicBezTo>
                  <a:pt x="1749123" y="487756"/>
                  <a:pt x="1749123" y="435854"/>
                  <a:pt x="1749123" y="343290"/>
                </a:cubicBez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866792" y="1527037"/>
            <a:ext cx="2141451" cy="727440"/>
          </a:xfrm>
          <a:custGeom>
            <a:avLst/>
            <a:gdLst/>
            <a:ahLst/>
            <a:cxnLst/>
            <a:rect l="0" t="0" r="0" b="0"/>
            <a:pathLst>
              <a:path w="2141451" h="727440">
                <a:moveTo>
                  <a:pt x="898" y="596664"/>
                </a:moveTo>
                <a:cubicBezTo>
                  <a:pt x="9029" y="670225"/>
                  <a:pt x="71394" y="727440"/>
                  <a:pt x="147122" y="727440"/>
                </a:cubicBezTo>
                <a:lnTo>
                  <a:pt x="2141451" y="727440"/>
                </a:lnTo>
                <a:lnTo>
                  <a:pt x="2133277" y="637531"/>
                </a:lnTo>
                <a:lnTo>
                  <a:pt x="1642869" y="621184"/>
                </a:lnTo>
                <a:lnTo>
                  <a:pt x="2141451" y="613011"/>
                </a:lnTo>
                <a:lnTo>
                  <a:pt x="2133277" y="580317"/>
                </a:lnTo>
                <a:moveTo>
                  <a:pt x="898" y="596664"/>
                </a:moveTo>
                <a:cubicBezTo>
                  <a:pt x="304" y="591296"/>
                  <a:pt x="0" y="585842"/>
                  <a:pt x="0" y="580317"/>
                </a:cubicBezTo>
                <a:moveTo>
                  <a:pt x="514929" y="596664"/>
                </a:moveTo>
                <a:lnTo>
                  <a:pt x="898" y="596664"/>
                </a:lnTo>
                <a:moveTo>
                  <a:pt x="0" y="596664"/>
                </a:moveTo>
                <a:lnTo>
                  <a:pt x="898" y="596664"/>
                </a:lnTo>
                <a:moveTo>
                  <a:pt x="1597915" y="621184"/>
                </a:moveTo>
                <a:lnTo>
                  <a:pt x="993077" y="621184"/>
                </a:lnTo>
                <a:moveTo>
                  <a:pt x="751960" y="596664"/>
                </a:moveTo>
                <a:lnTo>
                  <a:pt x="629357" y="596664"/>
                </a:lnTo>
                <a:moveTo>
                  <a:pt x="0" y="580317"/>
                </a:moveTo>
                <a:lnTo>
                  <a:pt x="0" y="416002"/>
                </a:lnTo>
                <a:moveTo>
                  <a:pt x="0" y="416002"/>
                </a:moveTo>
                <a:lnTo>
                  <a:pt x="0" y="147122"/>
                </a:lnTo>
                <a:moveTo>
                  <a:pt x="0" y="416002"/>
                </a:moveTo>
                <a:lnTo>
                  <a:pt x="580317" y="416002"/>
                </a:lnTo>
                <a:moveTo>
                  <a:pt x="2133277" y="580317"/>
                </a:moveTo>
                <a:lnTo>
                  <a:pt x="2141451" y="363720"/>
                </a:lnTo>
                <a:lnTo>
                  <a:pt x="2133277" y="363720"/>
                </a:lnTo>
                <a:moveTo>
                  <a:pt x="2133277" y="363720"/>
                </a:moveTo>
                <a:lnTo>
                  <a:pt x="2141451" y="147122"/>
                </a:lnTo>
                <a:moveTo>
                  <a:pt x="2133277" y="363720"/>
                </a:moveTo>
                <a:lnTo>
                  <a:pt x="1728690" y="363720"/>
                </a:lnTo>
                <a:moveTo>
                  <a:pt x="711092" y="363720"/>
                </a:moveTo>
                <a:lnTo>
                  <a:pt x="1176980" y="363720"/>
                </a:lnTo>
                <a:moveTo>
                  <a:pt x="0" y="147122"/>
                </a:moveTo>
                <a:cubicBezTo>
                  <a:pt x="0" y="144379"/>
                  <a:pt x="75" y="141654"/>
                  <a:pt x="223" y="138949"/>
                </a:cubicBezTo>
                <a:moveTo>
                  <a:pt x="223" y="138949"/>
                </a:moveTo>
                <a:cubicBezTo>
                  <a:pt x="4464" y="61497"/>
                  <a:pt x="68611" y="0"/>
                  <a:pt x="147122" y="0"/>
                </a:cubicBezTo>
                <a:lnTo>
                  <a:pt x="2141451" y="0"/>
                </a:lnTo>
                <a:lnTo>
                  <a:pt x="2133277" y="98081"/>
                </a:lnTo>
                <a:lnTo>
                  <a:pt x="1961634" y="106255"/>
                </a:lnTo>
                <a:lnTo>
                  <a:pt x="2141451" y="122602"/>
                </a:lnTo>
                <a:lnTo>
                  <a:pt x="2141451" y="147122"/>
                </a:lnTo>
                <a:moveTo>
                  <a:pt x="686572" y="138949"/>
                </a:moveTo>
                <a:lnTo>
                  <a:pt x="223" y="138949"/>
                </a:lnTo>
                <a:moveTo>
                  <a:pt x="223" y="138949"/>
                </a:moveTo>
                <a:lnTo>
                  <a:pt x="0" y="138949"/>
                </a:lnTo>
                <a:moveTo>
                  <a:pt x="1912594" y="106255"/>
                </a:moveTo>
                <a:lnTo>
                  <a:pt x="1561134" y="106255"/>
                </a:lnTo>
                <a:moveTo>
                  <a:pt x="1201501" y="73561"/>
                </a:moveTo>
                <a:lnTo>
                  <a:pt x="939950" y="73561"/>
                </a:lnTo>
                <a:moveTo>
                  <a:pt x="886822" y="73561"/>
                </a:moveTo>
                <a:lnTo>
                  <a:pt x="829608" y="73561"/>
                </a:lnTo>
              </a:path>
            </a:pathLst>
          </a:custGeom>
          <a:noFill/>
          <a:ln w="612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3264790" y="1379915"/>
            <a:ext cx="3866054" cy="1021689"/>
            <a:chOff x="3264790" y="1379915"/>
            <a:chExt cx="3866054" cy="1021689"/>
          </a:xfrm>
        </p:grpSpPr>
        <p:sp>
          <p:nvSpPr>
            <p:cNvPr id="4" name="Rounded Rectangle 3"/>
            <p:cNvSpPr/>
            <p:nvPr/>
          </p:nvSpPr>
          <p:spPr>
            <a:xfrm>
              <a:off x="3264790" y="1379915"/>
              <a:ext cx="3866054" cy="1021689"/>
            </a:xfrm>
            <a:custGeom>
              <a:avLst/>
              <a:gdLst/>
              <a:ahLst/>
              <a:cxnLst/>
              <a:rect l="0" t="0" r="0" b="0"/>
              <a:pathLst>
                <a:path w="3866054" h="1021689">
                  <a:moveTo>
                    <a:pt x="0" y="294246"/>
                  </a:moveTo>
                  <a:cubicBezTo>
                    <a:pt x="0" y="131740"/>
                    <a:pt x="131740" y="0"/>
                    <a:pt x="294246" y="0"/>
                  </a:cubicBezTo>
                  <a:lnTo>
                    <a:pt x="1839287" y="0"/>
                  </a:lnTo>
                  <a:cubicBezTo>
                    <a:pt x="1861794" y="171"/>
                    <a:pt x="1887293" y="23488"/>
                    <a:pt x="1909152" y="29927"/>
                  </a:cubicBezTo>
                  <a:cubicBezTo>
                    <a:pt x="1915201" y="31708"/>
                    <a:pt x="1921897" y="32689"/>
                    <a:pt x="1928945" y="32689"/>
                  </a:cubicBezTo>
                  <a:cubicBezTo>
                    <a:pt x="1935984" y="32689"/>
                    <a:pt x="1942680" y="31708"/>
                    <a:pt x="1948729" y="29927"/>
                  </a:cubicBezTo>
                  <a:cubicBezTo>
                    <a:pt x="1970589" y="23488"/>
                    <a:pt x="1996087" y="171"/>
                    <a:pt x="2018595" y="0"/>
                  </a:cubicBezTo>
                  <a:lnTo>
                    <a:pt x="3792493" y="0"/>
                  </a:lnTo>
                  <a:cubicBezTo>
                    <a:pt x="3833117" y="0"/>
                    <a:pt x="3866054" y="32937"/>
                    <a:pt x="3866054" y="73561"/>
                  </a:cubicBezTo>
                  <a:cubicBezTo>
                    <a:pt x="3866054" y="114185"/>
                    <a:pt x="3833117" y="147123"/>
                    <a:pt x="3792493" y="147123"/>
                  </a:cubicBezTo>
                  <a:lnTo>
                    <a:pt x="1749123" y="147123"/>
                  </a:lnTo>
                  <a:cubicBezTo>
                    <a:pt x="1667875" y="147123"/>
                    <a:pt x="1602000" y="212988"/>
                    <a:pt x="1602000" y="294246"/>
                  </a:cubicBezTo>
                  <a:lnTo>
                    <a:pt x="1602000" y="727443"/>
                  </a:lnTo>
                  <a:cubicBezTo>
                    <a:pt x="1602000" y="808691"/>
                    <a:pt x="1667875" y="874566"/>
                    <a:pt x="1749123" y="874566"/>
                  </a:cubicBezTo>
                  <a:lnTo>
                    <a:pt x="3792493" y="874566"/>
                  </a:lnTo>
                  <a:cubicBezTo>
                    <a:pt x="3833117" y="874566"/>
                    <a:pt x="3866054" y="907494"/>
                    <a:pt x="3866054" y="948128"/>
                  </a:cubicBezTo>
                  <a:cubicBezTo>
                    <a:pt x="3866054" y="988752"/>
                    <a:pt x="3833117" y="1021689"/>
                    <a:pt x="3792493" y="1021689"/>
                  </a:cubicBezTo>
                  <a:lnTo>
                    <a:pt x="2018595" y="1021689"/>
                  </a:lnTo>
                  <a:cubicBezTo>
                    <a:pt x="1996087" y="1021508"/>
                    <a:pt x="1970589" y="998191"/>
                    <a:pt x="1948729" y="991762"/>
                  </a:cubicBezTo>
                  <a:cubicBezTo>
                    <a:pt x="1942680" y="989980"/>
                    <a:pt x="1935984" y="988990"/>
                    <a:pt x="1928945" y="988990"/>
                  </a:cubicBezTo>
                  <a:cubicBezTo>
                    <a:pt x="1921897" y="988990"/>
                    <a:pt x="1915201" y="989980"/>
                    <a:pt x="1909152" y="991762"/>
                  </a:cubicBezTo>
                  <a:cubicBezTo>
                    <a:pt x="1887293" y="998191"/>
                    <a:pt x="1861794" y="1021508"/>
                    <a:pt x="1839287" y="1021689"/>
                  </a:cubicBezTo>
                  <a:lnTo>
                    <a:pt x="294246" y="1021689"/>
                  </a:lnTo>
                  <a:cubicBezTo>
                    <a:pt x="131740" y="1021689"/>
                    <a:pt x="0" y="889949"/>
                    <a:pt x="0" y="727443"/>
                  </a:cubicBezTo>
                  <a:lnTo>
                    <a:pt x="0" y="294246"/>
                  </a:ln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068293" y="1600600"/>
              <a:ext cx="359635" cy="261546"/>
            </a:xfrm>
            <a:custGeom>
              <a:avLst/>
              <a:gdLst/>
              <a:ahLst/>
              <a:cxnLst/>
              <a:rect l="0" t="0" r="0" b="0"/>
              <a:pathLst>
                <a:path w="359635" h="261546">
                  <a:moveTo>
                    <a:pt x="326945" y="0"/>
                  </a:moveTo>
                  <a:lnTo>
                    <a:pt x="0" y="0"/>
                  </a:lnTo>
                  <a:cubicBezTo>
                    <a:pt x="18059" y="0"/>
                    <a:pt x="32699" y="14639"/>
                    <a:pt x="32699" y="32689"/>
                  </a:cubicBezTo>
                  <a:lnTo>
                    <a:pt x="32699" y="179812"/>
                  </a:lnTo>
                  <a:lnTo>
                    <a:pt x="196167" y="261546"/>
                  </a:lnTo>
                  <a:lnTo>
                    <a:pt x="359635" y="179812"/>
                  </a:lnTo>
                  <a:lnTo>
                    <a:pt x="359635" y="32689"/>
                  </a:lnTo>
                  <a:cubicBezTo>
                    <a:pt x="359635" y="14639"/>
                    <a:pt x="344995" y="0"/>
                    <a:pt x="326945" y="0"/>
                  </a:cubicBez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133682" y="1600600"/>
              <a:ext cx="228857" cy="196167"/>
            </a:xfrm>
            <a:custGeom>
              <a:avLst/>
              <a:gdLst/>
              <a:ahLst/>
              <a:cxnLst/>
              <a:rect l="0" t="0" r="0" b="0"/>
              <a:pathLst>
                <a:path w="228857" h="196167">
                  <a:moveTo>
                    <a:pt x="196167" y="0"/>
                  </a:moveTo>
                  <a:lnTo>
                    <a:pt x="0" y="0"/>
                  </a:lnTo>
                  <a:cubicBezTo>
                    <a:pt x="18059" y="0"/>
                    <a:pt x="32699" y="14639"/>
                    <a:pt x="32699" y="32689"/>
                  </a:cubicBezTo>
                  <a:lnTo>
                    <a:pt x="32699" y="147123"/>
                  </a:lnTo>
                  <a:lnTo>
                    <a:pt x="130778" y="196167"/>
                  </a:lnTo>
                  <a:lnTo>
                    <a:pt x="228857" y="147123"/>
                  </a:lnTo>
                  <a:lnTo>
                    <a:pt x="228857" y="32689"/>
                  </a:lnTo>
                  <a:cubicBezTo>
                    <a:pt x="228857" y="14639"/>
                    <a:pt x="214217" y="0"/>
                    <a:pt x="196167" y="0"/>
                  </a:cubicBezTo>
                </a:path>
              </a:pathLst>
            </a:custGeom>
            <a:solidFill>
              <a:srgbClr val="C1D8D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264791" y="1379915"/>
            <a:ext cx="3866055" cy="1021684"/>
            <a:chOff x="3264791" y="1379915"/>
            <a:chExt cx="3866055" cy="1021684"/>
          </a:xfrm>
        </p:grpSpPr>
        <p:sp>
          <p:nvSpPr>
            <p:cNvPr id="8" name="Rounded Rectangle 7"/>
            <p:cNvSpPr/>
            <p:nvPr/>
          </p:nvSpPr>
          <p:spPr>
            <a:xfrm>
              <a:off x="3264791" y="1379915"/>
              <a:ext cx="3866055" cy="1021684"/>
            </a:xfrm>
            <a:custGeom>
              <a:avLst/>
              <a:gdLst/>
              <a:ahLst/>
              <a:cxnLst/>
              <a:rect l="0" t="0" r="0" b="0"/>
              <a:pathLst>
                <a:path w="3866055" h="1021684">
                  <a:moveTo>
                    <a:pt x="1602001" y="727439"/>
                  </a:moveTo>
                  <a:cubicBezTo>
                    <a:pt x="1602001" y="808693"/>
                    <a:pt x="1667871" y="874562"/>
                    <a:pt x="1749124" y="874562"/>
                  </a:cubicBezTo>
                  <a:lnTo>
                    <a:pt x="3792494" y="874562"/>
                  </a:lnTo>
                  <a:cubicBezTo>
                    <a:pt x="3833121" y="874562"/>
                    <a:pt x="3866055" y="907496"/>
                    <a:pt x="3866055" y="948123"/>
                  </a:cubicBezTo>
                  <a:cubicBezTo>
                    <a:pt x="3866055" y="988750"/>
                    <a:pt x="3833121" y="1021684"/>
                    <a:pt x="3792494" y="1021684"/>
                  </a:cubicBezTo>
                  <a:lnTo>
                    <a:pt x="2018849" y="1021684"/>
                  </a:lnTo>
                  <a:cubicBezTo>
                    <a:pt x="1996279" y="1021684"/>
                    <a:pt x="1970669" y="998217"/>
                    <a:pt x="1948725" y="991760"/>
                  </a:cubicBezTo>
                  <a:cubicBezTo>
                    <a:pt x="1942674" y="989979"/>
                    <a:pt x="1935980" y="988990"/>
                    <a:pt x="1928941" y="988990"/>
                  </a:cubicBezTo>
                  <a:cubicBezTo>
                    <a:pt x="1921901" y="988990"/>
                    <a:pt x="1915207" y="989979"/>
                    <a:pt x="1909156" y="991760"/>
                  </a:cubicBezTo>
                  <a:cubicBezTo>
                    <a:pt x="1887212" y="998217"/>
                    <a:pt x="1861603" y="1021684"/>
                    <a:pt x="1839032" y="1021684"/>
                  </a:cubicBezTo>
                  <a:lnTo>
                    <a:pt x="1749124" y="1021684"/>
                  </a:lnTo>
                  <a:moveTo>
                    <a:pt x="1454879" y="727439"/>
                  </a:moveTo>
                  <a:cubicBezTo>
                    <a:pt x="1454879" y="889946"/>
                    <a:pt x="1586617" y="1021684"/>
                    <a:pt x="1749124" y="1021684"/>
                  </a:cubicBezTo>
                  <a:moveTo>
                    <a:pt x="1749124" y="1021684"/>
                  </a:moveTo>
                  <a:lnTo>
                    <a:pt x="1667389" y="1021684"/>
                  </a:lnTo>
                  <a:moveTo>
                    <a:pt x="0" y="727439"/>
                  </a:moveTo>
                  <a:cubicBezTo>
                    <a:pt x="0" y="889946"/>
                    <a:pt x="131737" y="1021684"/>
                    <a:pt x="294245" y="1021684"/>
                  </a:cubicBezTo>
                  <a:lnTo>
                    <a:pt x="375980" y="1021684"/>
                  </a:lnTo>
                  <a:moveTo>
                    <a:pt x="375980" y="1021684"/>
                  </a:moveTo>
                  <a:cubicBezTo>
                    <a:pt x="213472" y="1021684"/>
                    <a:pt x="81734" y="889946"/>
                    <a:pt x="81734" y="727439"/>
                  </a:cubicBezTo>
                  <a:moveTo>
                    <a:pt x="375980" y="1021684"/>
                  </a:moveTo>
                  <a:lnTo>
                    <a:pt x="1667389" y="1021684"/>
                  </a:lnTo>
                  <a:moveTo>
                    <a:pt x="1373144" y="727439"/>
                  </a:moveTo>
                  <a:cubicBezTo>
                    <a:pt x="1373144" y="889946"/>
                    <a:pt x="1504882" y="1021684"/>
                    <a:pt x="1667389" y="1021684"/>
                  </a:cubicBezTo>
                  <a:moveTo>
                    <a:pt x="1291409" y="727439"/>
                  </a:moveTo>
                  <a:cubicBezTo>
                    <a:pt x="1291409" y="772657"/>
                    <a:pt x="1301609" y="815494"/>
                    <a:pt x="1319833" y="853772"/>
                  </a:cubicBezTo>
                  <a:cubicBezTo>
                    <a:pt x="1331624" y="878537"/>
                    <a:pt x="1315264" y="911342"/>
                    <a:pt x="1287835" y="911342"/>
                  </a:cubicBezTo>
                  <a:lnTo>
                    <a:pt x="339167" y="911342"/>
                  </a:lnTo>
                  <a:cubicBezTo>
                    <a:pt x="289565" y="911342"/>
                    <a:pt x="240700" y="889965"/>
                    <a:pt x="215971" y="846966"/>
                  </a:cubicBezTo>
                  <a:cubicBezTo>
                    <a:pt x="194965" y="810442"/>
                    <a:pt x="179816" y="769996"/>
                    <a:pt x="179816" y="727439"/>
                  </a:cubicBezTo>
                  <a:moveTo>
                    <a:pt x="1454879" y="294245"/>
                  </a:moveTo>
                  <a:lnTo>
                    <a:pt x="1454879" y="727439"/>
                  </a:lnTo>
                  <a:moveTo>
                    <a:pt x="1602001" y="727439"/>
                  </a:moveTo>
                  <a:lnTo>
                    <a:pt x="1602001" y="294245"/>
                  </a:lnTo>
                  <a:moveTo>
                    <a:pt x="0" y="294245"/>
                  </a:moveTo>
                  <a:lnTo>
                    <a:pt x="0" y="727439"/>
                  </a:lnTo>
                  <a:moveTo>
                    <a:pt x="179816" y="294245"/>
                  </a:moveTo>
                  <a:lnTo>
                    <a:pt x="179816" y="727439"/>
                  </a:lnTo>
                  <a:moveTo>
                    <a:pt x="81734" y="294245"/>
                  </a:moveTo>
                  <a:lnTo>
                    <a:pt x="81734" y="727439"/>
                  </a:lnTo>
                  <a:moveTo>
                    <a:pt x="1373144" y="294245"/>
                  </a:moveTo>
                  <a:lnTo>
                    <a:pt x="1373144" y="727439"/>
                  </a:lnTo>
                  <a:moveTo>
                    <a:pt x="1291409" y="294245"/>
                  </a:moveTo>
                  <a:lnTo>
                    <a:pt x="1291409" y="510842"/>
                  </a:lnTo>
                  <a:lnTo>
                    <a:pt x="1291409" y="727439"/>
                  </a:lnTo>
                  <a:moveTo>
                    <a:pt x="735613" y="613010"/>
                  </a:moveTo>
                  <a:lnTo>
                    <a:pt x="735613" y="408673"/>
                  </a:lnTo>
                  <a:lnTo>
                    <a:pt x="735613" y="347372"/>
                  </a:lnTo>
                  <a:cubicBezTo>
                    <a:pt x="735613" y="320288"/>
                    <a:pt x="713656" y="298331"/>
                    <a:pt x="686572" y="298331"/>
                  </a:cubicBezTo>
                  <a:lnTo>
                    <a:pt x="355546" y="298331"/>
                  </a:lnTo>
                  <a:cubicBezTo>
                    <a:pt x="328461" y="298331"/>
                    <a:pt x="306505" y="320288"/>
                    <a:pt x="306505" y="347372"/>
                  </a:cubicBezTo>
                  <a:lnTo>
                    <a:pt x="306505" y="408673"/>
                  </a:lnTo>
                  <a:lnTo>
                    <a:pt x="306505" y="613010"/>
                  </a:lnTo>
                  <a:lnTo>
                    <a:pt x="306505" y="682485"/>
                  </a:lnTo>
                  <a:cubicBezTo>
                    <a:pt x="306505" y="709569"/>
                    <a:pt x="328461" y="731526"/>
                    <a:pt x="355546" y="731526"/>
                  </a:cubicBezTo>
                  <a:lnTo>
                    <a:pt x="686572" y="731526"/>
                  </a:lnTo>
                  <a:cubicBezTo>
                    <a:pt x="713656" y="731526"/>
                    <a:pt x="735613" y="709569"/>
                    <a:pt x="735613" y="682485"/>
                  </a:cubicBezTo>
                  <a:close/>
                  <a:moveTo>
                    <a:pt x="735613" y="408673"/>
                  </a:moveTo>
                  <a:lnTo>
                    <a:pt x="866388" y="408673"/>
                  </a:lnTo>
                  <a:moveTo>
                    <a:pt x="735613" y="613010"/>
                  </a:moveTo>
                  <a:lnTo>
                    <a:pt x="866388" y="613010"/>
                  </a:lnTo>
                  <a:moveTo>
                    <a:pt x="179816" y="613010"/>
                  </a:moveTo>
                  <a:lnTo>
                    <a:pt x="306505" y="613010"/>
                  </a:lnTo>
                  <a:moveTo>
                    <a:pt x="306505" y="408673"/>
                  </a:moveTo>
                  <a:lnTo>
                    <a:pt x="179816" y="408673"/>
                  </a:lnTo>
                  <a:moveTo>
                    <a:pt x="1168807" y="613010"/>
                  </a:moveTo>
                  <a:lnTo>
                    <a:pt x="1291409" y="613010"/>
                  </a:lnTo>
                  <a:moveTo>
                    <a:pt x="1291409" y="408673"/>
                  </a:moveTo>
                  <a:lnTo>
                    <a:pt x="1168807" y="408673"/>
                  </a:lnTo>
                  <a:moveTo>
                    <a:pt x="1166276" y="408673"/>
                  </a:moveTo>
                  <a:cubicBezTo>
                    <a:pt x="1166276" y="381589"/>
                    <a:pt x="1144320" y="359633"/>
                    <a:pt x="1117235" y="359633"/>
                  </a:cubicBezTo>
                  <a:lnTo>
                    <a:pt x="915573" y="359633"/>
                  </a:lnTo>
                  <a:cubicBezTo>
                    <a:pt x="888488" y="359633"/>
                    <a:pt x="866532" y="381589"/>
                    <a:pt x="866532" y="408673"/>
                  </a:cubicBezTo>
                  <a:lnTo>
                    <a:pt x="866532" y="474061"/>
                  </a:lnTo>
                  <a:lnTo>
                    <a:pt x="866532" y="547623"/>
                  </a:lnTo>
                  <a:lnTo>
                    <a:pt x="866532" y="613010"/>
                  </a:lnTo>
                  <a:cubicBezTo>
                    <a:pt x="866532" y="640095"/>
                    <a:pt x="888488" y="662051"/>
                    <a:pt x="915573" y="662051"/>
                  </a:cubicBezTo>
                  <a:lnTo>
                    <a:pt x="1117235" y="662051"/>
                  </a:lnTo>
                  <a:cubicBezTo>
                    <a:pt x="1144320" y="662051"/>
                    <a:pt x="1166276" y="640095"/>
                    <a:pt x="1166276" y="613010"/>
                  </a:cubicBezTo>
                  <a:close/>
                  <a:moveTo>
                    <a:pt x="915422" y="539449"/>
                  </a:moveTo>
                  <a:lnTo>
                    <a:pt x="915422" y="547623"/>
                  </a:lnTo>
                  <a:moveTo>
                    <a:pt x="915422" y="539449"/>
                  </a:moveTo>
                  <a:lnTo>
                    <a:pt x="1017591" y="539449"/>
                  </a:lnTo>
                  <a:cubicBezTo>
                    <a:pt x="1017591" y="539449"/>
                    <a:pt x="1042118" y="535362"/>
                    <a:pt x="1042118" y="510842"/>
                  </a:cubicBezTo>
                  <a:cubicBezTo>
                    <a:pt x="1042118" y="486321"/>
                    <a:pt x="1017591" y="482235"/>
                    <a:pt x="1017591" y="482235"/>
                  </a:cubicBezTo>
                  <a:lnTo>
                    <a:pt x="915422" y="482235"/>
                  </a:lnTo>
                  <a:lnTo>
                    <a:pt x="915422" y="474061"/>
                  </a:lnTo>
                  <a:moveTo>
                    <a:pt x="915422" y="510842"/>
                  </a:moveTo>
                  <a:lnTo>
                    <a:pt x="915422" y="539449"/>
                  </a:lnTo>
                  <a:moveTo>
                    <a:pt x="915422" y="474061"/>
                  </a:moveTo>
                  <a:lnTo>
                    <a:pt x="915422" y="425020"/>
                  </a:lnTo>
                  <a:cubicBezTo>
                    <a:pt x="915422" y="415992"/>
                    <a:pt x="922741" y="408673"/>
                    <a:pt x="931769" y="408673"/>
                  </a:cubicBezTo>
                  <a:lnTo>
                    <a:pt x="1103412" y="408673"/>
                  </a:lnTo>
                  <a:cubicBezTo>
                    <a:pt x="1112441" y="408673"/>
                    <a:pt x="1119759" y="415992"/>
                    <a:pt x="1119759" y="425020"/>
                  </a:cubicBezTo>
                  <a:lnTo>
                    <a:pt x="1119759" y="596663"/>
                  </a:lnTo>
                  <a:cubicBezTo>
                    <a:pt x="1119759" y="605692"/>
                    <a:pt x="1112441" y="613010"/>
                    <a:pt x="1103412" y="613010"/>
                  </a:cubicBezTo>
                  <a:lnTo>
                    <a:pt x="931769" y="613010"/>
                  </a:lnTo>
                  <a:cubicBezTo>
                    <a:pt x="922741" y="613010"/>
                    <a:pt x="915422" y="605692"/>
                    <a:pt x="915422" y="596663"/>
                  </a:cubicBezTo>
                  <a:lnTo>
                    <a:pt x="915422" y="547623"/>
                  </a:lnTo>
                  <a:moveTo>
                    <a:pt x="915422" y="474061"/>
                  </a:moveTo>
                  <a:lnTo>
                    <a:pt x="866532" y="474061"/>
                  </a:lnTo>
                  <a:moveTo>
                    <a:pt x="915422" y="547623"/>
                  </a:moveTo>
                  <a:lnTo>
                    <a:pt x="866532" y="547623"/>
                  </a:lnTo>
                  <a:moveTo>
                    <a:pt x="1602001" y="294246"/>
                  </a:moveTo>
                  <a:cubicBezTo>
                    <a:pt x="1602001" y="212992"/>
                    <a:pt x="1667871" y="147123"/>
                    <a:pt x="1749124" y="147123"/>
                  </a:cubicBezTo>
                  <a:lnTo>
                    <a:pt x="3792494" y="147123"/>
                  </a:lnTo>
                  <a:cubicBezTo>
                    <a:pt x="3833121" y="147123"/>
                    <a:pt x="3866055" y="114189"/>
                    <a:pt x="3866055" y="73562"/>
                  </a:cubicBezTo>
                  <a:cubicBezTo>
                    <a:pt x="3866055" y="32935"/>
                    <a:pt x="3833121" y="0"/>
                    <a:pt x="3792494" y="0"/>
                  </a:cubicBezTo>
                  <a:lnTo>
                    <a:pt x="2018594" y="0"/>
                  </a:lnTo>
                  <a:moveTo>
                    <a:pt x="1454879" y="294246"/>
                  </a:moveTo>
                  <a:cubicBezTo>
                    <a:pt x="1454879" y="131739"/>
                    <a:pt x="1586617" y="0"/>
                    <a:pt x="1749124" y="0"/>
                  </a:cubicBezTo>
                  <a:moveTo>
                    <a:pt x="1749124" y="0"/>
                  </a:moveTo>
                  <a:lnTo>
                    <a:pt x="1667389" y="0"/>
                  </a:lnTo>
                  <a:moveTo>
                    <a:pt x="1839288" y="0"/>
                  </a:moveTo>
                  <a:lnTo>
                    <a:pt x="1749124" y="0"/>
                  </a:lnTo>
                  <a:moveTo>
                    <a:pt x="0" y="294246"/>
                  </a:moveTo>
                  <a:cubicBezTo>
                    <a:pt x="0" y="131739"/>
                    <a:pt x="131737" y="0"/>
                    <a:pt x="294245" y="0"/>
                  </a:cubicBezTo>
                  <a:lnTo>
                    <a:pt x="375980" y="0"/>
                  </a:lnTo>
                  <a:moveTo>
                    <a:pt x="375980" y="0"/>
                  </a:moveTo>
                  <a:cubicBezTo>
                    <a:pt x="213472" y="0"/>
                    <a:pt x="81734" y="131739"/>
                    <a:pt x="81734" y="294246"/>
                  </a:cubicBezTo>
                  <a:moveTo>
                    <a:pt x="375980" y="0"/>
                  </a:moveTo>
                  <a:lnTo>
                    <a:pt x="1667389" y="0"/>
                  </a:lnTo>
                  <a:moveTo>
                    <a:pt x="1373144" y="294246"/>
                  </a:moveTo>
                  <a:cubicBezTo>
                    <a:pt x="1373144" y="131739"/>
                    <a:pt x="1504882" y="0"/>
                    <a:pt x="1667389" y="0"/>
                  </a:cubicBezTo>
                  <a:moveTo>
                    <a:pt x="2018594" y="0"/>
                  </a:moveTo>
                  <a:cubicBezTo>
                    <a:pt x="1996086" y="176"/>
                    <a:pt x="1970586" y="23490"/>
                    <a:pt x="1948725" y="29923"/>
                  </a:cubicBezTo>
                  <a:cubicBezTo>
                    <a:pt x="1942674" y="31704"/>
                    <a:pt x="1935980" y="32693"/>
                    <a:pt x="1928941" y="32693"/>
                  </a:cubicBezTo>
                  <a:cubicBezTo>
                    <a:pt x="1921901" y="32693"/>
                    <a:pt x="1915207" y="31704"/>
                    <a:pt x="1909156" y="29923"/>
                  </a:cubicBezTo>
                  <a:cubicBezTo>
                    <a:pt x="1887295" y="23490"/>
                    <a:pt x="1861796" y="176"/>
                    <a:pt x="1839288" y="0"/>
                  </a:cubicBezTo>
                  <a:moveTo>
                    <a:pt x="2018594" y="0"/>
                  </a:moveTo>
                  <a:lnTo>
                    <a:pt x="2018849" y="0"/>
                  </a:lnTo>
                  <a:moveTo>
                    <a:pt x="1839288" y="0"/>
                  </a:moveTo>
                  <a:lnTo>
                    <a:pt x="1839032" y="0"/>
                  </a:lnTo>
                  <a:moveTo>
                    <a:pt x="653878" y="44955"/>
                  </a:moveTo>
                  <a:lnTo>
                    <a:pt x="576230" y="44955"/>
                  </a:lnTo>
                  <a:moveTo>
                    <a:pt x="3817014" y="73562"/>
                  </a:moveTo>
                  <a:cubicBezTo>
                    <a:pt x="3817014" y="57215"/>
                    <a:pt x="3808841" y="44955"/>
                    <a:pt x="3792494" y="44955"/>
                  </a:cubicBezTo>
                  <a:lnTo>
                    <a:pt x="2983319" y="44955"/>
                  </a:lnTo>
                  <a:moveTo>
                    <a:pt x="2153711" y="44955"/>
                  </a:moveTo>
                  <a:lnTo>
                    <a:pt x="2080150" y="44955"/>
                  </a:lnTo>
                  <a:moveTo>
                    <a:pt x="2909758" y="44955"/>
                  </a:moveTo>
                  <a:lnTo>
                    <a:pt x="2227273" y="44955"/>
                  </a:lnTo>
                  <a:moveTo>
                    <a:pt x="179816" y="294246"/>
                  </a:moveTo>
                  <a:cubicBezTo>
                    <a:pt x="179816" y="251688"/>
                    <a:pt x="194966" y="211241"/>
                    <a:pt x="215971" y="174717"/>
                  </a:cubicBezTo>
                  <a:cubicBezTo>
                    <a:pt x="240701" y="131719"/>
                    <a:pt x="289565" y="110341"/>
                    <a:pt x="339168" y="110341"/>
                  </a:cubicBezTo>
                  <a:lnTo>
                    <a:pt x="1287836" y="110341"/>
                  </a:lnTo>
                  <a:cubicBezTo>
                    <a:pt x="1315265" y="110341"/>
                    <a:pt x="1331625" y="143147"/>
                    <a:pt x="1319834" y="167912"/>
                  </a:cubicBezTo>
                  <a:cubicBezTo>
                    <a:pt x="1301609" y="206191"/>
                    <a:pt x="1291409" y="249027"/>
                    <a:pt x="1291409" y="294246"/>
                  </a:cubicBezTo>
                  <a:moveTo>
                    <a:pt x="1189241" y="44955"/>
                  </a:moveTo>
                  <a:lnTo>
                    <a:pt x="702919" y="44955"/>
                  </a:lnTo>
                </a:path>
              </a:pathLst>
            </a:custGeom>
            <a:noFill/>
            <a:ln w="6129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068295" y="1600599"/>
              <a:ext cx="359632" cy="261551"/>
            </a:xfrm>
            <a:custGeom>
              <a:avLst/>
              <a:gdLst/>
              <a:ahLst/>
              <a:cxnLst/>
              <a:rect l="0" t="0" r="0" b="0"/>
              <a:pathLst>
                <a:path w="359632" h="261551">
                  <a:moveTo>
                    <a:pt x="326939" y="0"/>
                  </a:moveTo>
                  <a:lnTo>
                    <a:pt x="0" y="0"/>
                  </a:lnTo>
                  <a:cubicBezTo>
                    <a:pt x="18055" y="0"/>
                    <a:pt x="32693" y="14637"/>
                    <a:pt x="32693" y="32693"/>
                  </a:cubicBezTo>
                  <a:lnTo>
                    <a:pt x="32693" y="179816"/>
                  </a:lnTo>
                  <a:lnTo>
                    <a:pt x="196163" y="261551"/>
                  </a:lnTo>
                  <a:lnTo>
                    <a:pt x="359632" y="179816"/>
                  </a:lnTo>
                  <a:lnTo>
                    <a:pt x="359632" y="32693"/>
                  </a:lnTo>
                  <a:cubicBezTo>
                    <a:pt x="359632" y="14637"/>
                    <a:pt x="344995" y="0"/>
                    <a:pt x="326939" y="0"/>
                  </a:cubicBezTo>
                  <a:close/>
                </a:path>
              </a:pathLst>
            </a:custGeom>
            <a:noFill/>
            <a:ln w="6129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133682" y="1600599"/>
              <a:ext cx="228857" cy="196163"/>
            </a:xfrm>
            <a:custGeom>
              <a:avLst/>
              <a:gdLst/>
              <a:ahLst/>
              <a:cxnLst/>
              <a:rect l="0" t="0" r="0" b="0"/>
              <a:pathLst>
                <a:path w="228857" h="196163">
                  <a:moveTo>
                    <a:pt x="196163" y="0"/>
                  </a:moveTo>
                  <a:lnTo>
                    <a:pt x="0" y="0"/>
                  </a:lnTo>
                  <a:cubicBezTo>
                    <a:pt x="18056" y="0"/>
                    <a:pt x="32693" y="14637"/>
                    <a:pt x="32693" y="32693"/>
                  </a:cubicBezTo>
                  <a:lnTo>
                    <a:pt x="32693" y="147122"/>
                  </a:lnTo>
                  <a:lnTo>
                    <a:pt x="130775" y="196163"/>
                  </a:lnTo>
                  <a:lnTo>
                    <a:pt x="228857" y="147122"/>
                  </a:lnTo>
                  <a:lnTo>
                    <a:pt x="228857" y="32693"/>
                  </a:lnTo>
                  <a:cubicBezTo>
                    <a:pt x="228857" y="14637"/>
                    <a:pt x="214219" y="0"/>
                    <a:pt x="196163" y="0"/>
                  </a:cubicBezTo>
                  <a:close/>
                </a:path>
              </a:pathLst>
            </a:custGeom>
            <a:noFill/>
            <a:ln w="6129">
              <a:solidFill>
                <a:srgbClr val="F3F7F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5394005" y="2548797"/>
            <a:ext cx="2141448" cy="972645"/>
          </a:xfrm>
          <a:custGeom>
            <a:avLst/>
            <a:gdLst/>
            <a:ahLst/>
            <a:cxnLst/>
            <a:rect l="0" t="0" r="0" b="0"/>
            <a:pathLst>
              <a:path w="2141448" h="972645">
                <a:moveTo>
                  <a:pt x="2141448" y="147123"/>
                </a:moveTo>
                <a:lnTo>
                  <a:pt x="2141448" y="122605"/>
                </a:lnTo>
                <a:lnTo>
                  <a:pt x="1961635" y="106251"/>
                </a:lnTo>
                <a:lnTo>
                  <a:pt x="2133276" y="98078"/>
                </a:lnTo>
                <a:lnTo>
                  <a:pt x="2141448" y="0"/>
                </a:lnTo>
                <a:lnTo>
                  <a:pt x="147123" y="0"/>
                </a:lnTo>
                <a:cubicBezTo>
                  <a:pt x="65865" y="0"/>
                  <a:pt x="0" y="65865"/>
                  <a:pt x="0" y="147123"/>
                </a:cubicBezTo>
                <a:lnTo>
                  <a:pt x="0" y="825522"/>
                </a:lnTo>
                <a:cubicBezTo>
                  <a:pt x="0" y="906770"/>
                  <a:pt x="65865" y="972645"/>
                  <a:pt x="147123" y="972645"/>
                </a:cubicBezTo>
                <a:lnTo>
                  <a:pt x="2141448" y="972645"/>
                </a:lnTo>
                <a:lnTo>
                  <a:pt x="2133276" y="882738"/>
                </a:lnTo>
                <a:lnTo>
                  <a:pt x="1642872" y="866384"/>
                </a:lnTo>
                <a:lnTo>
                  <a:pt x="2141448" y="858212"/>
                </a:lnTo>
                <a:lnTo>
                  <a:pt x="2133276" y="825522"/>
                </a:lnTo>
                <a:lnTo>
                  <a:pt x="2141448" y="486317"/>
                </a:lnTo>
                <a:lnTo>
                  <a:pt x="2133276" y="486317"/>
                </a:lnTo>
                <a:lnTo>
                  <a:pt x="2141448" y="147123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394005" y="2548797"/>
            <a:ext cx="2141451" cy="972644"/>
          </a:xfrm>
          <a:custGeom>
            <a:avLst/>
            <a:gdLst/>
            <a:ahLst/>
            <a:cxnLst/>
            <a:rect l="0" t="0" r="0" b="0"/>
            <a:pathLst>
              <a:path w="2141451" h="972644">
                <a:moveTo>
                  <a:pt x="898" y="841868"/>
                </a:moveTo>
                <a:cubicBezTo>
                  <a:pt x="9029" y="915429"/>
                  <a:pt x="71394" y="972644"/>
                  <a:pt x="147122" y="972644"/>
                </a:cubicBezTo>
                <a:lnTo>
                  <a:pt x="2141451" y="972644"/>
                </a:lnTo>
                <a:lnTo>
                  <a:pt x="2133277" y="882736"/>
                </a:lnTo>
                <a:lnTo>
                  <a:pt x="1642869" y="866389"/>
                </a:lnTo>
                <a:lnTo>
                  <a:pt x="2141451" y="858215"/>
                </a:lnTo>
                <a:lnTo>
                  <a:pt x="2133277" y="825521"/>
                </a:lnTo>
                <a:moveTo>
                  <a:pt x="898" y="841868"/>
                </a:moveTo>
                <a:cubicBezTo>
                  <a:pt x="304" y="836501"/>
                  <a:pt x="0" y="831046"/>
                  <a:pt x="0" y="825521"/>
                </a:cubicBezTo>
                <a:moveTo>
                  <a:pt x="514929" y="841868"/>
                </a:moveTo>
                <a:lnTo>
                  <a:pt x="898" y="841868"/>
                </a:lnTo>
                <a:moveTo>
                  <a:pt x="0" y="841868"/>
                </a:moveTo>
                <a:lnTo>
                  <a:pt x="898" y="841868"/>
                </a:lnTo>
                <a:moveTo>
                  <a:pt x="1597915" y="866389"/>
                </a:moveTo>
                <a:lnTo>
                  <a:pt x="993077" y="866389"/>
                </a:lnTo>
                <a:moveTo>
                  <a:pt x="751960" y="841868"/>
                </a:moveTo>
                <a:lnTo>
                  <a:pt x="629357" y="841868"/>
                </a:lnTo>
                <a:moveTo>
                  <a:pt x="0" y="825521"/>
                </a:moveTo>
                <a:lnTo>
                  <a:pt x="0" y="568197"/>
                </a:lnTo>
                <a:moveTo>
                  <a:pt x="0" y="568197"/>
                </a:moveTo>
                <a:lnTo>
                  <a:pt x="0" y="147122"/>
                </a:lnTo>
                <a:moveTo>
                  <a:pt x="0" y="568197"/>
                </a:moveTo>
                <a:lnTo>
                  <a:pt x="1201501" y="568197"/>
                </a:lnTo>
                <a:moveTo>
                  <a:pt x="2133277" y="825521"/>
                </a:moveTo>
                <a:lnTo>
                  <a:pt x="2141451" y="486322"/>
                </a:lnTo>
                <a:lnTo>
                  <a:pt x="2133277" y="486322"/>
                </a:lnTo>
                <a:moveTo>
                  <a:pt x="2133277" y="486322"/>
                </a:moveTo>
                <a:lnTo>
                  <a:pt x="1381317" y="486322"/>
                </a:lnTo>
                <a:moveTo>
                  <a:pt x="2133277" y="486322"/>
                </a:moveTo>
                <a:lnTo>
                  <a:pt x="2141451" y="147122"/>
                </a:lnTo>
                <a:moveTo>
                  <a:pt x="0" y="147122"/>
                </a:moveTo>
                <a:cubicBezTo>
                  <a:pt x="0" y="144379"/>
                  <a:pt x="75" y="141654"/>
                  <a:pt x="223" y="138949"/>
                </a:cubicBezTo>
                <a:moveTo>
                  <a:pt x="223" y="138949"/>
                </a:moveTo>
                <a:cubicBezTo>
                  <a:pt x="4464" y="61497"/>
                  <a:pt x="68611" y="0"/>
                  <a:pt x="147122" y="0"/>
                </a:cubicBezTo>
                <a:lnTo>
                  <a:pt x="2141451" y="0"/>
                </a:lnTo>
                <a:lnTo>
                  <a:pt x="2133277" y="98081"/>
                </a:lnTo>
                <a:lnTo>
                  <a:pt x="1961634" y="106255"/>
                </a:lnTo>
                <a:lnTo>
                  <a:pt x="2141451" y="122602"/>
                </a:lnTo>
                <a:lnTo>
                  <a:pt x="2141451" y="147122"/>
                </a:lnTo>
                <a:moveTo>
                  <a:pt x="686572" y="138949"/>
                </a:moveTo>
                <a:lnTo>
                  <a:pt x="223" y="138949"/>
                </a:lnTo>
                <a:moveTo>
                  <a:pt x="223" y="138949"/>
                </a:moveTo>
                <a:lnTo>
                  <a:pt x="0" y="138949"/>
                </a:lnTo>
                <a:moveTo>
                  <a:pt x="1912594" y="106255"/>
                </a:moveTo>
                <a:lnTo>
                  <a:pt x="1226021" y="106255"/>
                </a:lnTo>
                <a:moveTo>
                  <a:pt x="1119766" y="106255"/>
                </a:moveTo>
                <a:lnTo>
                  <a:pt x="997164" y="106255"/>
                </a:lnTo>
              </a:path>
            </a:pathLst>
          </a:custGeom>
          <a:noFill/>
          <a:ln w="612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792003" y="2401676"/>
            <a:ext cx="3866054" cy="1266891"/>
          </a:xfrm>
          <a:custGeom>
            <a:avLst/>
            <a:gdLst/>
            <a:ahLst/>
            <a:cxnLst/>
            <a:rect l="0" t="0" r="0" b="0"/>
            <a:pathLst>
              <a:path w="3866054" h="1266891">
                <a:moveTo>
                  <a:pt x="0" y="294246"/>
                </a:moveTo>
                <a:cubicBezTo>
                  <a:pt x="0" y="131740"/>
                  <a:pt x="131740" y="0"/>
                  <a:pt x="294246" y="0"/>
                </a:cubicBezTo>
                <a:lnTo>
                  <a:pt x="1839287" y="0"/>
                </a:lnTo>
                <a:cubicBezTo>
                  <a:pt x="1861794" y="171"/>
                  <a:pt x="1887293" y="23488"/>
                  <a:pt x="1909152" y="29927"/>
                </a:cubicBezTo>
                <a:cubicBezTo>
                  <a:pt x="1915201" y="31708"/>
                  <a:pt x="1921897" y="32689"/>
                  <a:pt x="1928945" y="32689"/>
                </a:cubicBezTo>
                <a:cubicBezTo>
                  <a:pt x="1935984" y="32689"/>
                  <a:pt x="1942680" y="31708"/>
                  <a:pt x="1948729" y="29927"/>
                </a:cubicBezTo>
                <a:cubicBezTo>
                  <a:pt x="1970589" y="23488"/>
                  <a:pt x="1996087" y="171"/>
                  <a:pt x="2018595" y="0"/>
                </a:cubicBezTo>
                <a:lnTo>
                  <a:pt x="3792493" y="0"/>
                </a:lnTo>
                <a:cubicBezTo>
                  <a:pt x="3833117" y="0"/>
                  <a:pt x="3866054" y="32937"/>
                  <a:pt x="3866054" y="73561"/>
                </a:cubicBezTo>
                <a:cubicBezTo>
                  <a:pt x="3866054" y="114185"/>
                  <a:pt x="3833117" y="147123"/>
                  <a:pt x="3792493" y="147123"/>
                </a:cubicBezTo>
                <a:lnTo>
                  <a:pt x="1749123" y="147123"/>
                </a:lnTo>
                <a:cubicBezTo>
                  <a:pt x="1667875" y="147123"/>
                  <a:pt x="1602000" y="212988"/>
                  <a:pt x="1602000" y="294246"/>
                </a:cubicBezTo>
                <a:lnTo>
                  <a:pt x="1602000" y="972645"/>
                </a:lnTo>
                <a:cubicBezTo>
                  <a:pt x="1602000" y="1053893"/>
                  <a:pt x="1667875" y="1119768"/>
                  <a:pt x="1749123" y="1119768"/>
                </a:cubicBezTo>
                <a:lnTo>
                  <a:pt x="3792493" y="1119768"/>
                </a:lnTo>
                <a:cubicBezTo>
                  <a:pt x="3833117" y="1119768"/>
                  <a:pt x="3866054" y="1152696"/>
                  <a:pt x="3866054" y="1193330"/>
                </a:cubicBezTo>
                <a:cubicBezTo>
                  <a:pt x="3866054" y="1233954"/>
                  <a:pt x="3833117" y="1266891"/>
                  <a:pt x="3792493" y="1266891"/>
                </a:cubicBezTo>
                <a:lnTo>
                  <a:pt x="2018595" y="1266891"/>
                </a:lnTo>
                <a:cubicBezTo>
                  <a:pt x="1996087" y="1266710"/>
                  <a:pt x="1970589" y="1243403"/>
                  <a:pt x="1948729" y="1236964"/>
                </a:cubicBezTo>
                <a:cubicBezTo>
                  <a:pt x="1942680" y="1235182"/>
                  <a:pt x="1935984" y="1234192"/>
                  <a:pt x="1928945" y="1234192"/>
                </a:cubicBezTo>
                <a:cubicBezTo>
                  <a:pt x="1921897" y="1234192"/>
                  <a:pt x="1915201" y="1235182"/>
                  <a:pt x="1909152" y="1236964"/>
                </a:cubicBezTo>
                <a:cubicBezTo>
                  <a:pt x="1887293" y="1243403"/>
                  <a:pt x="1861794" y="1266710"/>
                  <a:pt x="1839287" y="1266891"/>
                </a:cubicBezTo>
                <a:lnTo>
                  <a:pt x="294246" y="1266891"/>
                </a:lnTo>
                <a:cubicBezTo>
                  <a:pt x="131740" y="1266891"/>
                  <a:pt x="0" y="1135151"/>
                  <a:pt x="0" y="972645"/>
                </a:cubicBezTo>
                <a:lnTo>
                  <a:pt x="0" y="294246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92003" y="2401676"/>
            <a:ext cx="3866055" cy="1266889"/>
          </a:xfrm>
          <a:custGeom>
            <a:avLst/>
            <a:gdLst/>
            <a:ahLst/>
            <a:cxnLst/>
            <a:rect l="0" t="0" r="0" b="0"/>
            <a:pathLst>
              <a:path w="3866055" h="1266889">
                <a:moveTo>
                  <a:pt x="1602001" y="972643"/>
                </a:moveTo>
                <a:cubicBezTo>
                  <a:pt x="1602001" y="1053897"/>
                  <a:pt x="1667871" y="1119766"/>
                  <a:pt x="1749124" y="1119766"/>
                </a:cubicBezTo>
                <a:lnTo>
                  <a:pt x="3792494" y="1119766"/>
                </a:lnTo>
                <a:cubicBezTo>
                  <a:pt x="3833121" y="1119766"/>
                  <a:pt x="3866055" y="1152700"/>
                  <a:pt x="3866055" y="1193327"/>
                </a:cubicBezTo>
                <a:cubicBezTo>
                  <a:pt x="3866055" y="1233955"/>
                  <a:pt x="3833121" y="1266889"/>
                  <a:pt x="3792494" y="1266889"/>
                </a:cubicBezTo>
                <a:lnTo>
                  <a:pt x="2018849" y="1266889"/>
                </a:lnTo>
                <a:cubicBezTo>
                  <a:pt x="1996279" y="1266889"/>
                  <a:pt x="1970669" y="1243422"/>
                  <a:pt x="1948725" y="1236965"/>
                </a:cubicBezTo>
                <a:cubicBezTo>
                  <a:pt x="1942674" y="1235184"/>
                  <a:pt x="1935980" y="1234195"/>
                  <a:pt x="1928941" y="1234195"/>
                </a:cubicBezTo>
                <a:cubicBezTo>
                  <a:pt x="1921901" y="1234195"/>
                  <a:pt x="1915207" y="1235184"/>
                  <a:pt x="1909156" y="1236965"/>
                </a:cubicBezTo>
                <a:cubicBezTo>
                  <a:pt x="1887212" y="1243422"/>
                  <a:pt x="1861603" y="1266889"/>
                  <a:pt x="1839032" y="1266889"/>
                </a:cubicBezTo>
                <a:lnTo>
                  <a:pt x="1749124" y="1266889"/>
                </a:lnTo>
                <a:moveTo>
                  <a:pt x="1454879" y="972643"/>
                </a:moveTo>
                <a:cubicBezTo>
                  <a:pt x="1454879" y="1135150"/>
                  <a:pt x="1586617" y="1266889"/>
                  <a:pt x="1749124" y="1266889"/>
                </a:cubicBezTo>
                <a:moveTo>
                  <a:pt x="1749124" y="1266889"/>
                </a:moveTo>
                <a:lnTo>
                  <a:pt x="1552961" y="1266889"/>
                </a:lnTo>
                <a:moveTo>
                  <a:pt x="0" y="972643"/>
                </a:moveTo>
                <a:cubicBezTo>
                  <a:pt x="0" y="1135150"/>
                  <a:pt x="131737" y="1266889"/>
                  <a:pt x="294245" y="1266889"/>
                </a:cubicBezTo>
                <a:lnTo>
                  <a:pt x="490408" y="1266889"/>
                </a:lnTo>
                <a:moveTo>
                  <a:pt x="310592" y="972643"/>
                </a:moveTo>
                <a:cubicBezTo>
                  <a:pt x="310592" y="1135150"/>
                  <a:pt x="442329" y="1266889"/>
                  <a:pt x="604837" y="1266889"/>
                </a:cubicBezTo>
                <a:moveTo>
                  <a:pt x="604837" y="1266889"/>
                </a:moveTo>
                <a:lnTo>
                  <a:pt x="1438532" y="1266889"/>
                </a:lnTo>
                <a:moveTo>
                  <a:pt x="604837" y="1266889"/>
                </a:moveTo>
                <a:lnTo>
                  <a:pt x="490408" y="1266889"/>
                </a:lnTo>
                <a:moveTo>
                  <a:pt x="490408" y="1266889"/>
                </a:moveTo>
                <a:cubicBezTo>
                  <a:pt x="327901" y="1266889"/>
                  <a:pt x="196163" y="1135150"/>
                  <a:pt x="196163" y="972643"/>
                </a:cubicBezTo>
                <a:moveTo>
                  <a:pt x="1258715" y="972643"/>
                </a:moveTo>
                <a:cubicBezTo>
                  <a:pt x="1258715" y="1135150"/>
                  <a:pt x="1390453" y="1266889"/>
                  <a:pt x="1552961" y="1266889"/>
                </a:cubicBezTo>
                <a:moveTo>
                  <a:pt x="1552961" y="1266889"/>
                </a:moveTo>
                <a:lnTo>
                  <a:pt x="1438532" y="1266889"/>
                </a:lnTo>
                <a:moveTo>
                  <a:pt x="1144287" y="972643"/>
                </a:moveTo>
                <a:cubicBezTo>
                  <a:pt x="1144287" y="1135150"/>
                  <a:pt x="1276024" y="1266889"/>
                  <a:pt x="1438532" y="1266889"/>
                </a:cubicBezTo>
                <a:moveTo>
                  <a:pt x="1454879" y="294245"/>
                </a:moveTo>
                <a:lnTo>
                  <a:pt x="1454879" y="972643"/>
                </a:lnTo>
                <a:moveTo>
                  <a:pt x="1602001" y="972643"/>
                </a:moveTo>
                <a:lnTo>
                  <a:pt x="1602001" y="294245"/>
                </a:lnTo>
                <a:moveTo>
                  <a:pt x="0" y="294245"/>
                </a:moveTo>
                <a:lnTo>
                  <a:pt x="0" y="972643"/>
                </a:lnTo>
                <a:moveTo>
                  <a:pt x="310592" y="294245"/>
                </a:moveTo>
                <a:lnTo>
                  <a:pt x="310592" y="972643"/>
                </a:lnTo>
                <a:moveTo>
                  <a:pt x="196163" y="294245"/>
                </a:moveTo>
                <a:lnTo>
                  <a:pt x="196163" y="972643"/>
                </a:lnTo>
                <a:moveTo>
                  <a:pt x="1258715" y="294245"/>
                </a:moveTo>
                <a:lnTo>
                  <a:pt x="1258715" y="972643"/>
                </a:lnTo>
                <a:moveTo>
                  <a:pt x="1144287" y="294245"/>
                </a:moveTo>
                <a:lnTo>
                  <a:pt x="1144287" y="972643"/>
                </a:lnTo>
                <a:moveTo>
                  <a:pt x="1602001" y="294246"/>
                </a:moveTo>
                <a:cubicBezTo>
                  <a:pt x="1602001" y="212992"/>
                  <a:pt x="1667871" y="147123"/>
                  <a:pt x="1749124" y="147123"/>
                </a:cubicBezTo>
                <a:lnTo>
                  <a:pt x="3792494" y="147123"/>
                </a:lnTo>
                <a:cubicBezTo>
                  <a:pt x="3833121" y="147123"/>
                  <a:pt x="3866055" y="114189"/>
                  <a:pt x="3866055" y="73562"/>
                </a:cubicBezTo>
                <a:cubicBezTo>
                  <a:pt x="3866055" y="32935"/>
                  <a:pt x="3833121" y="0"/>
                  <a:pt x="3792494" y="0"/>
                </a:cubicBezTo>
                <a:lnTo>
                  <a:pt x="2018594" y="0"/>
                </a:lnTo>
                <a:moveTo>
                  <a:pt x="1454879" y="294246"/>
                </a:moveTo>
                <a:cubicBezTo>
                  <a:pt x="1454879" y="131739"/>
                  <a:pt x="1586617" y="0"/>
                  <a:pt x="1749124" y="0"/>
                </a:cubicBezTo>
                <a:moveTo>
                  <a:pt x="1749124" y="0"/>
                </a:moveTo>
                <a:lnTo>
                  <a:pt x="1552961" y="0"/>
                </a:lnTo>
                <a:moveTo>
                  <a:pt x="1839288" y="0"/>
                </a:moveTo>
                <a:lnTo>
                  <a:pt x="1749124" y="0"/>
                </a:lnTo>
                <a:moveTo>
                  <a:pt x="0" y="294246"/>
                </a:moveTo>
                <a:cubicBezTo>
                  <a:pt x="0" y="131739"/>
                  <a:pt x="131737" y="0"/>
                  <a:pt x="294245" y="0"/>
                </a:cubicBezTo>
                <a:lnTo>
                  <a:pt x="490408" y="0"/>
                </a:lnTo>
                <a:moveTo>
                  <a:pt x="310592" y="294246"/>
                </a:moveTo>
                <a:cubicBezTo>
                  <a:pt x="310592" y="131739"/>
                  <a:pt x="442329" y="0"/>
                  <a:pt x="604837" y="0"/>
                </a:cubicBezTo>
                <a:moveTo>
                  <a:pt x="604837" y="0"/>
                </a:moveTo>
                <a:lnTo>
                  <a:pt x="1438532" y="0"/>
                </a:lnTo>
                <a:moveTo>
                  <a:pt x="604837" y="0"/>
                </a:moveTo>
                <a:lnTo>
                  <a:pt x="490408" y="0"/>
                </a:lnTo>
                <a:moveTo>
                  <a:pt x="490408" y="0"/>
                </a:moveTo>
                <a:cubicBezTo>
                  <a:pt x="327901" y="0"/>
                  <a:pt x="196163" y="131739"/>
                  <a:pt x="196163" y="294246"/>
                </a:cubicBezTo>
                <a:moveTo>
                  <a:pt x="1258715" y="294246"/>
                </a:moveTo>
                <a:cubicBezTo>
                  <a:pt x="1258715" y="131739"/>
                  <a:pt x="1390453" y="0"/>
                  <a:pt x="1552961" y="0"/>
                </a:cubicBezTo>
                <a:moveTo>
                  <a:pt x="1552961" y="0"/>
                </a:moveTo>
                <a:lnTo>
                  <a:pt x="1438532" y="0"/>
                </a:lnTo>
                <a:moveTo>
                  <a:pt x="1144287" y="294246"/>
                </a:moveTo>
                <a:cubicBezTo>
                  <a:pt x="1144287" y="131739"/>
                  <a:pt x="1276024" y="0"/>
                  <a:pt x="1438532" y="0"/>
                </a:cubicBezTo>
                <a:moveTo>
                  <a:pt x="2018594" y="0"/>
                </a:moveTo>
                <a:cubicBezTo>
                  <a:pt x="1996086" y="176"/>
                  <a:pt x="1970586" y="23490"/>
                  <a:pt x="1948725" y="29923"/>
                </a:cubicBezTo>
                <a:cubicBezTo>
                  <a:pt x="1942674" y="31704"/>
                  <a:pt x="1935980" y="32693"/>
                  <a:pt x="1928941" y="32693"/>
                </a:cubicBezTo>
                <a:cubicBezTo>
                  <a:pt x="1921901" y="32693"/>
                  <a:pt x="1915207" y="31704"/>
                  <a:pt x="1909156" y="29923"/>
                </a:cubicBezTo>
                <a:cubicBezTo>
                  <a:pt x="1887295" y="23490"/>
                  <a:pt x="1861796" y="176"/>
                  <a:pt x="1839288" y="0"/>
                </a:cubicBezTo>
                <a:moveTo>
                  <a:pt x="2018594" y="0"/>
                </a:moveTo>
                <a:lnTo>
                  <a:pt x="2018849" y="0"/>
                </a:lnTo>
                <a:moveTo>
                  <a:pt x="1839288" y="0"/>
                </a:moveTo>
                <a:lnTo>
                  <a:pt x="1839032" y="0"/>
                </a:lnTo>
                <a:moveTo>
                  <a:pt x="1189241" y="44955"/>
                </a:moveTo>
                <a:lnTo>
                  <a:pt x="702919" y="44955"/>
                </a:lnTo>
                <a:moveTo>
                  <a:pt x="653878" y="44955"/>
                </a:moveTo>
                <a:lnTo>
                  <a:pt x="576230" y="44955"/>
                </a:lnTo>
                <a:moveTo>
                  <a:pt x="3817014" y="73562"/>
                </a:moveTo>
                <a:cubicBezTo>
                  <a:pt x="3817014" y="57215"/>
                  <a:pt x="3808841" y="44955"/>
                  <a:pt x="3792494" y="44955"/>
                </a:cubicBezTo>
                <a:lnTo>
                  <a:pt x="2983319" y="44955"/>
                </a:lnTo>
                <a:moveTo>
                  <a:pt x="2153711" y="44955"/>
                </a:moveTo>
                <a:lnTo>
                  <a:pt x="2080150" y="44955"/>
                </a:lnTo>
                <a:moveTo>
                  <a:pt x="2909758" y="44955"/>
                </a:moveTo>
                <a:lnTo>
                  <a:pt x="2227273" y="44955"/>
                </a:lnTo>
                <a:moveTo>
                  <a:pt x="523102" y="637531"/>
                </a:moveTo>
                <a:cubicBezTo>
                  <a:pt x="523102" y="655587"/>
                  <a:pt x="508464" y="670225"/>
                  <a:pt x="490408" y="670225"/>
                </a:cubicBezTo>
                <a:cubicBezTo>
                  <a:pt x="490218" y="670225"/>
                  <a:pt x="490027" y="670223"/>
                  <a:pt x="489838" y="670220"/>
                </a:cubicBezTo>
                <a:cubicBezTo>
                  <a:pt x="472045" y="669915"/>
                  <a:pt x="457714" y="655396"/>
                  <a:pt x="457714" y="637531"/>
                </a:cubicBezTo>
                <a:cubicBezTo>
                  <a:pt x="457714" y="620415"/>
                  <a:pt x="470867" y="606370"/>
                  <a:pt x="487617" y="604955"/>
                </a:cubicBezTo>
                <a:cubicBezTo>
                  <a:pt x="488537" y="604877"/>
                  <a:pt x="489468" y="604837"/>
                  <a:pt x="490408" y="604837"/>
                </a:cubicBezTo>
                <a:cubicBezTo>
                  <a:pt x="508464" y="604837"/>
                  <a:pt x="523102" y="619475"/>
                  <a:pt x="523102" y="637531"/>
                </a:cubicBezTo>
                <a:close/>
                <a:moveTo>
                  <a:pt x="1013511" y="637531"/>
                </a:moveTo>
                <a:cubicBezTo>
                  <a:pt x="1013511" y="655587"/>
                  <a:pt x="998873" y="670225"/>
                  <a:pt x="980817" y="670225"/>
                </a:cubicBezTo>
                <a:cubicBezTo>
                  <a:pt x="980579" y="670225"/>
                  <a:pt x="980342" y="670222"/>
                  <a:pt x="980106" y="670217"/>
                </a:cubicBezTo>
                <a:cubicBezTo>
                  <a:pt x="962378" y="669839"/>
                  <a:pt x="948123" y="655350"/>
                  <a:pt x="948123" y="637531"/>
                </a:cubicBezTo>
                <a:cubicBezTo>
                  <a:pt x="948123" y="619475"/>
                  <a:pt x="962761" y="604837"/>
                  <a:pt x="980817" y="604837"/>
                </a:cubicBezTo>
                <a:cubicBezTo>
                  <a:pt x="981320" y="604837"/>
                  <a:pt x="981820" y="604848"/>
                  <a:pt x="982318" y="604870"/>
                </a:cubicBezTo>
                <a:cubicBezTo>
                  <a:pt x="999677" y="605655"/>
                  <a:pt x="1013511" y="619978"/>
                  <a:pt x="1013511" y="637531"/>
                </a:cubicBezTo>
                <a:close/>
                <a:moveTo>
                  <a:pt x="966596" y="718523"/>
                </a:moveTo>
                <a:cubicBezTo>
                  <a:pt x="930437" y="809858"/>
                  <a:pt x="840365" y="874562"/>
                  <a:pt x="734972" y="874562"/>
                </a:cubicBezTo>
                <a:cubicBezTo>
                  <a:pt x="629579" y="874562"/>
                  <a:pt x="539505" y="809858"/>
                  <a:pt x="503347" y="718523"/>
                </a:cubicBezTo>
                <a:moveTo>
                  <a:pt x="966596" y="718523"/>
                </a:moveTo>
                <a:lnTo>
                  <a:pt x="1144287" y="718523"/>
                </a:lnTo>
                <a:moveTo>
                  <a:pt x="966596" y="718523"/>
                </a:moveTo>
                <a:cubicBezTo>
                  <a:pt x="972695" y="703117"/>
                  <a:pt x="977260" y="686955"/>
                  <a:pt x="980106" y="670217"/>
                </a:cubicBezTo>
                <a:moveTo>
                  <a:pt x="971924" y="555053"/>
                </a:moveTo>
                <a:cubicBezTo>
                  <a:pt x="940018" y="455955"/>
                  <a:pt x="845995" y="384153"/>
                  <a:pt x="734972" y="384153"/>
                </a:cubicBezTo>
                <a:cubicBezTo>
                  <a:pt x="623948" y="384153"/>
                  <a:pt x="529925" y="455955"/>
                  <a:pt x="498019" y="555053"/>
                </a:cubicBezTo>
                <a:moveTo>
                  <a:pt x="971924" y="555053"/>
                </a:moveTo>
                <a:lnTo>
                  <a:pt x="1144287" y="555053"/>
                </a:lnTo>
                <a:moveTo>
                  <a:pt x="971924" y="555053"/>
                </a:moveTo>
                <a:cubicBezTo>
                  <a:pt x="977062" y="571013"/>
                  <a:pt x="980590" y="587681"/>
                  <a:pt x="982318" y="604870"/>
                </a:cubicBezTo>
                <a:moveTo>
                  <a:pt x="498019" y="555053"/>
                </a:moveTo>
                <a:lnTo>
                  <a:pt x="310592" y="555053"/>
                </a:lnTo>
                <a:moveTo>
                  <a:pt x="498019" y="555053"/>
                </a:moveTo>
                <a:cubicBezTo>
                  <a:pt x="492873" y="571039"/>
                  <a:pt x="489342" y="587735"/>
                  <a:pt x="487617" y="604955"/>
                </a:cubicBezTo>
                <a:moveTo>
                  <a:pt x="503347" y="718523"/>
                </a:moveTo>
                <a:lnTo>
                  <a:pt x="310592" y="718523"/>
                </a:lnTo>
                <a:moveTo>
                  <a:pt x="503347" y="718523"/>
                </a:moveTo>
                <a:cubicBezTo>
                  <a:pt x="497249" y="703118"/>
                  <a:pt x="492684" y="686957"/>
                  <a:pt x="489838" y="670220"/>
                </a:cubicBezTo>
                <a:moveTo>
                  <a:pt x="196163" y="555053"/>
                </a:moveTo>
                <a:lnTo>
                  <a:pt x="151209" y="555053"/>
                </a:lnTo>
                <a:cubicBezTo>
                  <a:pt x="124124" y="555053"/>
                  <a:pt x="102168" y="577010"/>
                  <a:pt x="102168" y="604094"/>
                </a:cubicBezTo>
                <a:lnTo>
                  <a:pt x="102168" y="669482"/>
                </a:lnTo>
                <a:cubicBezTo>
                  <a:pt x="102168" y="696566"/>
                  <a:pt x="124124" y="718523"/>
                  <a:pt x="151209" y="718523"/>
                </a:cubicBezTo>
                <a:lnTo>
                  <a:pt x="196163" y="718523"/>
                </a:lnTo>
                <a:moveTo>
                  <a:pt x="1258715" y="555053"/>
                </a:moveTo>
                <a:lnTo>
                  <a:pt x="1307756" y="555053"/>
                </a:lnTo>
                <a:cubicBezTo>
                  <a:pt x="1334841" y="555053"/>
                  <a:pt x="1356797" y="577010"/>
                  <a:pt x="1356797" y="604094"/>
                </a:cubicBezTo>
                <a:lnTo>
                  <a:pt x="1356797" y="669482"/>
                </a:lnTo>
                <a:cubicBezTo>
                  <a:pt x="1356797" y="696566"/>
                  <a:pt x="1334841" y="718523"/>
                  <a:pt x="1307756" y="718523"/>
                </a:cubicBezTo>
                <a:lnTo>
                  <a:pt x="1258715" y="718523"/>
                </a:lnTo>
              </a:path>
            </a:pathLst>
          </a:custGeom>
          <a:noFill/>
          <a:ln w="612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637388" y="3815767"/>
            <a:ext cx="2141448" cy="727443"/>
          </a:xfrm>
          <a:custGeom>
            <a:avLst/>
            <a:gdLst/>
            <a:ahLst/>
            <a:cxnLst/>
            <a:rect l="0" t="0" r="0" b="0"/>
            <a:pathLst>
              <a:path w="2141448" h="727443">
                <a:moveTo>
                  <a:pt x="2141448" y="147123"/>
                </a:moveTo>
                <a:lnTo>
                  <a:pt x="2141448" y="122605"/>
                </a:lnTo>
                <a:lnTo>
                  <a:pt x="1961635" y="106251"/>
                </a:lnTo>
                <a:lnTo>
                  <a:pt x="2133276" y="98078"/>
                </a:lnTo>
                <a:lnTo>
                  <a:pt x="2141448" y="0"/>
                </a:lnTo>
                <a:lnTo>
                  <a:pt x="147123" y="0"/>
                </a:lnTo>
                <a:cubicBezTo>
                  <a:pt x="65865" y="0"/>
                  <a:pt x="0" y="65865"/>
                  <a:pt x="0" y="147123"/>
                </a:cubicBezTo>
                <a:lnTo>
                  <a:pt x="0" y="580320"/>
                </a:lnTo>
                <a:cubicBezTo>
                  <a:pt x="0" y="661568"/>
                  <a:pt x="65865" y="727443"/>
                  <a:pt x="147123" y="727443"/>
                </a:cubicBezTo>
                <a:lnTo>
                  <a:pt x="2141448" y="727443"/>
                </a:lnTo>
                <a:lnTo>
                  <a:pt x="2133276" y="637527"/>
                </a:lnTo>
                <a:lnTo>
                  <a:pt x="1642872" y="621182"/>
                </a:lnTo>
                <a:lnTo>
                  <a:pt x="2141448" y="613009"/>
                </a:lnTo>
                <a:lnTo>
                  <a:pt x="2133276" y="580320"/>
                </a:lnTo>
                <a:lnTo>
                  <a:pt x="2141448" y="363721"/>
                </a:lnTo>
                <a:lnTo>
                  <a:pt x="2133276" y="363721"/>
                </a:lnTo>
                <a:lnTo>
                  <a:pt x="2141448" y="147123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637388" y="3815767"/>
            <a:ext cx="2141451" cy="727439"/>
          </a:xfrm>
          <a:custGeom>
            <a:avLst/>
            <a:gdLst/>
            <a:ahLst/>
            <a:cxnLst/>
            <a:rect l="0" t="0" r="0" b="0"/>
            <a:pathLst>
              <a:path w="2141451" h="727439">
                <a:moveTo>
                  <a:pt x="898" y="596664"/>
                </a:moveTo>
                <a:cubicBezTo>
                  <a:pt x="9029" y="670224"/>
                  <a:pt x="71394" y="727439"/>
                  <a:pt x="147122" y="727439"/>
                </a:cubicBezTo>
                <a:lnTo>
                  <a:pt x="2141451" y="727439"/>
                </a:lnTo>
                <a:lnTo>
                  <a:pt x="2133277" y="637531"/>
                </a:lnTo>
                <a:lnTo>
                  <a:pt x="1642869" y="621184"/>
                </a:lnTo>
                <a:lnTo>
                  <a:pt x="2141451" y="613011"/>
                </a:lnTo>
                <a:lnTo>
                  <a:pt x="2133277" y="580317"/>
                </a:lnTo>
                <a:moveTo>
                  <a:pt x="898" y="596664"/>
                </a:moveTo>
                <a:cubicBezTo>
                  <a:pt x="304" y="591296"/>
                  <a:pt x="0" y="585842"/>
                  <a:pt x="0" y="580317"/>
                </a:cubicBezTo>
                <a:moveTo>
                  <a:pt x="514929" y="596664"/>
                </a:moveTo>
                <a:lnTo>
                  <a:pt x="898" y="596664"/>
                </a:lnTo>
                <a:moveTo>
                  <a:pt x="0" y="596664"/>
                </a:moveTo>
                <a:lnTo>
                  <a:pt x="898" y="596664"/>
                </a:lnTo>
                <a:moveTo>
                  <a:pt x="1597915" y="621184"/>
                </a:moveTo>
                <a:lnTo>
                  <a:pt x="993077" y="621184"/>
                </a:lnTo>
                <a:moveTo>
                  <a:pt x="751960" y="596664"/>
                </a:moveTo>
                <a:lnTo>
                  <a:pt x="629357" y="596664"/>
                </a:lnTo>
                <a:moveTo>
                  <a:pt x="0" y="580317"/>
                </a:moveTo>
                <a:lnTo>
                  <a:pt x="0" y="416002"/>
                </a:lnTo>
                <a:moveTo>
                  <a:pt x="0" y="416002"/>
                </a:moveTo>
                <a:lnTo>
                  <a:pt x="0" y="147122"/>
                </a:lnTo>
                <a:moveTo>
                  <a:pt x="0" y="416002"/>
                </a:moveTo>
                <a:lnTo>
                  <a:pt x="1201501" y="416002"/>
                </a:lnTo>
                <a:moveTo>
                  <a:pt x="2133277" y="580317"/>
                </a:moveTo>
                <a:lnTo>
                  <a:pt x="2141451" y="363719"/>
                </a:lnTo>
                <a:lnTo>
                  <a:pt x="2133277" y="363719"/>
                </a:lnTo>
                <a:moveTo>
                  <a:pt x="2133277" y="363719"/>
                </a:moveTo>
                <a:lnTo>
                  <a:pt x="1381317" y="363719"/>
                </a:lnTo>
                <a:moveTo>
                  <a:pt x="2133277" y="363719"/>
                </a:moveTo>
                <a:lnTo>
                  <a:pt x="2141451" y="147122"/>
                </a:lnTo>
                <a:moveTo>
                  <a:pt x="0" y="147122"/>
                </a:moveTo>
                <a:cubicBezTo>
                  <a:pt x="0" y="144379"/>
                  <a:pt x="75" y="141654"/>
                  <a:pt x="223" y="138949"/>
                </a:cubicBezTo>
                <a:moveTo>
                  <a:pt x="223" y="138949"/>
                </a:moveTo>
                <a:cubicBezTo>
                  <a:pt x="4464" y="61497"/>
                  <a:pt x="68611" y="0"/>
                  <a:pt x="147122" y="0"/>
                </a:cubicBezTo>
                <a:lnTo>
                  <a:pt x="2141451" y="0"/>
                </a:lnTo>
                <a:lnTo>
                  <a:pt x="2133277" y="98081"/>
                </a:lnTo>
                <a:lnTo>
                  <a:pt x="1961634" y="106255"/>
                </a:lnTo>
                <a:lnTo>
                  <a:pt x="2141451" y="122602"/>
                </a:lnTo>
                <a:lnTo>
                  <a:pt x="2141451" y="147122"/>
                </a:lnTo>
                <a:moveTo>
                  <a:pt x="686572" y="138949"/>
                </a:moveTo>
                <a:lnTo>
                  <a:pt x="223" y="138949"/>
                </a:lnTo>
                <a:moveTo>
                  <a:pt x="223" y="138949"/>
                </a:moveTo>
                <a:lnTo>
                  <a:pt x="0" y="138949"/>
                </a:lnTo>
                <a:moveTo>
                  <a:pt x="1912594" y="106255"/>
                </a:moveTo>
                <a:lnTo>
                  <a:pt x="1226021" y="106255"/>
                </a:lnTo>
                <a:moveTo>
                  <a:pt x="1119766" y="106255"/>
                </a:moveTo>
                <a:lnTo>
                  <a:pt x="997164" y="106255"/>
                </a:lnTo>
              </a:path>
            </a:pathLst>
          </a:custGeom>
          <a:noFill/>
          <a:ln w="612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035386" y="3668645"/>
            <a:ext cx="3866054" cy="1021689"/>
          </a:xfrm>
          <a:custGeom>
            <a:avLst/>
            <a:gdLst/>
            <a:ahLst/>
            <a:cxnLst/>
            <a:rect l="0" t="0" r="0" b="0"/>
            <a:pathLst>
              <a:path w="3866054" h="1021689">
                <a:moveTo>
                  <a:pt x="0" y="294246"/>
                </a:moveTo>
                <a:cubicBezTo>
                  <a:pt x="0" y="131740"/>
                  <a:pt x="131740" y="0"/>
                  <a:pt x="294246" y="0"/>
                </a:cubicBezTo>
                <a:lnTo>
                  <a:pt x="1839287" y="0"/>
                </a:lnTo>
                <a:cubicBezTo>
                  <a:pt x="1861794" y="171"/>
                  <a:pt x="1887293" y="23488"/>
                  <a:pt x="1909152" y="29927"/>
                </a:cubicBezTo>
                <a:cubicBezTo>
                  <a:pt x="1915201" y="31708"/>
                  <a:pt x="1921897" y="32689"/>
                  <a:pt x="1928945" y="32689"/>
                </a:cubicBezTo>
                <a:cubicBezTo>
                  <a:pt x="1935984" y="32689"/>
                  <a:pt x="1942680" y="31708"/>
                  <a:pt x="1948729" y="29927"/>
                </a:cubicBezTo>
                <a:cubicBezTo>
                  <a:pt x="1970589" y="23488"/>
                  <a:pt x="1996087" y="171"/>
                  <a:pt x="2018595" y="0"/>
                </a:cubicBezTo>
                <a:lnTo>
                  <a:pt x="3792493" y="0"/>
                </a:lnTo>
                <a:cubicBezTo>
                  <a:pt x="3833117" y="0"/>
                  <a:pt x="3866054" y="32937"/>
                  <a:pt x="3866054" y="73561"/>
                </a:cubicBezTo>
                <a:cubicBezTo>
                  <a:pt x="3866054" y="114185"/>
                  <a:pt x="3833117" y="147123"/>
                  <a:pt x="3792493" y="147123"/>
                </a:cubicBezTo>
                <a:lnTo>
                  <a:pt x="1749123" y="147123"/>
                </a:lnTo>
                <a:cubicBezTo>
                  <a:pt x="1667875" y="147123"/>
                  <a:pt x="1602000" y="212988"/>
                  <a:pt x="1602000" y="294246"/>
                </a:cubicBezTo>
                <a:lnTo>
                  <a:pt x="1602000" y="727443"/>
                </a:lnTo>
                <a:cubicBezTo>
                  <a:pt x="1602000" y="808691"/>
                  <a:pt x="1667875" y="874566"/>
                  <a:pt x="1749123" y="874566"/>
                </a:cubicBezTo>
                <a:lnTo>
                  <a:pt x="3792493" y="874566"/>
                </a:lnTo>
                <a:cubicBezTo>
                  <a:pt x="3833117" y="874566"/>
                  <a:pt x="3866054" y="907494"/>
                  <a:pt x="3866054" y="948128"/>
                </a:cubicBezTo>
                <a:cubicBezTo>
                  <a:pt x="3866054" y="988752"/>
                  <a:pt x="3833117" y="1021689"/>
                  <a:pt x="3792493" y="1021689"/>
                </a:cubicBezTo>
                <a:lnTo>
                  <a:pt x="2018595" y="1021689"/>
                </a:lnTo>
                <a:cubicBezTo>
                  <a:pt x="1996087" y="1021508"/>
                  <a:pt x="1970589" y="998191"/>
                  <a:pt x="1948729" y="991762"/>
                </a:cubicBezTo>
                <a:cubicBezTo>
                  <a:pt x="1942680" y="989980"/>
                  <a:pt x="1935984" y="988990"/>
                  <a:pt x="1928945" y="988990"/>
                </a:cubicBezTo>
                <a:cubicBezTo>
                  <a:pt x="1921897" y="988990"/>
                  <a:pt x="1915201" y="989980"/>
                  <a:pt x="1909152" y="991762"/>
                </a:cubicBezTo>
                <a:cubicBezTo>
                  <a:pt x="1887293" y="998191"/>
                  <a:pt x="1861794" y="1021508"/>
                  <a:pt x="1839287" y="1021689"/>
                </a:cubicBezTo>
                <a:lnTo>
                  <a:pt x="294246" y="1021689"/>
                </a:lnTo>
                <a:cubicBezTo>
                  <a:pt x="131740" y="1021689"/>
                  <a:pt x="0" y="889949"/>
                  <a:pt x="0" y="727443"/>
                </a:cubicBezTo>
                <a:lnTo>
                  <a:pt x="0" y="294246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035386" y="3668645"/>
            <a:ext cx="3866055" cy="1021685"/>
          </a:xfrm>
          <a:custGeom>
            <a:avLst/>
            <a:gdLst/>
            <a:ahLst/>
            <a:cxnLst/>
            <a:rect l="0" t="0" r="0" b="0"/>
            <a:pathLst>
              <a:path w="3866055" h="1021685">
                <a:moveTo>
                  <a:pt x="1602002" y="727439"/>
                </a:moveTo>
                <a:cubicBezTo>
                  <a:pt x="1602002" y="808693"/>
                  <a:pt x="1667871" y="874562"/>
                  <a:pt x="1749124" y="874562"/>
                </a:cubicBezTo>
                <a:lnTo>
                  <a:pt x="3792494" y="874562"/>
                </a:lnTo>
                <a:cubicBezTo>
                  <a:pt x="3833121" y="874562"/>
                  <a:pt x="3866055" y="907496"/>
                  <a:pt x="3866055" y="948123"/>
                </a:cubicBezTo>
                <a:cubicBezTo>
                  <a:pt x="3866055" y="988750"/>
                  <a:pt x="3833121" y="1021685"/>
                  <a:pt x="3792494" y="1021685"/>
                </a:cubicBezTo>
                <a:lnTo>
                  <a:pt x="2018849" y="1021685"/>
                </a:lnTo>
                <a:cubicBezTo>
                  <a:pt x="1996279" y="1021685"/>
                  <a:pt x="1970669" y="998218"/>
                  <a:pt x="1948726" y="991761"/>
                </a:cubicBezTo>
                <a:cubicBezTo>
                  <a:pt x="1942674" y="989980"/>
                  <a:pt x="1935981" y="988991"/>
                  <a:pt x="1928941" y="988991"/>
                </a:cubicBezTo>
                <a:cubicBezTo>
                  <a:pt x="1921901" y="988991"/>
                  <a:pt x="1915208" y="989980"/>
                  <a:pt x="1909156" y="991761"/>
                </a:cubicBezTo>
                <a:cubicBezTo>
                  <a:pt x="1887213" y="998218"/>
                  <a:pt x="1861603" y="1021685"/>
                  <a:pt x="1839033" y="1021685"/>
                </a:cubicBezTo>
                <a:lnTo>
                  <a:pt x="1749124" y="1021685"/>
                </a:lnTo>
                <a:moveTo>
                  <a:pt x="1454879" y="727439"/>
                </a:moveTo>
                <a:cubicBezTo>
                  <a:pt x="1454879" y="889946"/>
                  <a:pt x="1586617" y="1021685"/>
                  <a:pt x="1749124" y="1021685"/>
                </a:cubicBezTo>
                <a:moveTo>
                  <a:pt x="1749124" y="1021685"/>
                </a:moveTo>
                <a:lnTo>
                  <a:pt x="1536614" y="1021685"/>
                </a:lnTo>
                <a:moveTo>
                  <a:pt x="0" y="727439"/>
                </a:moveTo>
                <a:cubicBezTo>
                  <a:pt x="0" y="889946"/>
                  <a:pt x="131738" y="1021685"/>
                  <a:pt x="294245" y="1021685"/>
                </a:cubicBezTo>
                <a:lnTo>
                  <a:pt x="514929" y="1021685"/>
                </a:lnTo>
                <a:moveTo>
                  <a:pt x="514929" y="1021685"/>
                </a:moveTo>
                <a:lnTo>
                  <a:pt x="1536614" y="1021685"/>
                </a:lnTo>
                <a:moveTo>
                  <a:pt x="514929" y="1021685"/>
                </a:moveTo>
                <a:cubicBezTo>
                  <a:pt x="352421" y="1021685"/>
                  <a:pt x="220684" y="889946"/>
                  <a:pt x="220684" y="727439"/>
                </a:cubicBezTo>
                <a:moveTo>
                  <a:pt x="1536614" y="1021685"/>
                </a:moveTo>
                <a:cubicBezTo>
                  <a:pt x="1374106" y="1021685"/>
                  <a:pt x="1242369" y="889946"/>
                  <a:pt x="1242369" y="727439"/>
                </a:cubicBezTo>
                <a:moveTo>
                  <a:pt x="1454879" y="294245"/>
                </a:moveTo>
                <a:lnTo>
                  <a:pt x="1454879" y="727439"/>
                </a:lnTo>
                <a:moveTo>
                  <a:pt x="1602002" y="727439"/>
                </a:moveTo>
                <a:lnTo>
                  <a:pt x="1602002" y="294245"/>
                </a:lnTo>
                <a:moveTo>
                  <a:pt x="0" y="294245"/>
                </a:moveTo>
                <a:lnTo>
                  <a:pt x="0" y="727439"/>
                </a:lnTo>
                <a:moveTo>
                  <a:pt x="1602002" y="294246"/>
                </a:moveTo>
                <a:cubicBezTo>
                  <a:pt x="1602002" y="212992"/>
                  <a:pt x="1667871" y="147123"/>
                  <a:pt x="1749124" y="147123"/>
                </a:cubicBezTo>
                <a:lnTo>
                  <a:pt x="3792494" y="147123"/>
                </a:lnTo>
                <a:cubicBezTo>
                  <a:pt x="3833121" y="147123"/>
                  <a:pt x="3866055" y="114189"/>
                  <a:pt x="3866055" y="73562"/>
                </a:cubicBezTo>
                <a:cubicBezTo>
                  <a:pt x="3866055" y="32935"/>
                  <a:pt x="3833121" y="0"/>
                  <a:pt x="3792494" y="0"/>
                </a:cubicBezTo>
                <a:lnTo>
                  <a:pt x="2018594" y="0"/>
                </a:lnTo>
                <a:moveTo>
                  <a:pt x="1242369" y="294246"/>
                </a:moveTo>
                <a:cubicBezTo>
                  <a:pt x="1242369" y="131739"/>
                  <a:pt x="1374106" y="0"/>
                  <a:pt x="1536614" y="0"/>
                </a:cubicBezTo>
                <a:moveTo>
                  <a:pt x="1536614" y="0"/>
                </a:moveTo>
                <a:lnTo>
                  <a:pt x="514929" y="0"/>
                </a:lnTo>
                <a:moveTo>
                  <a:pt x="1536614" y="0"/>
                </a:moveTo>
                <a:lnTo>
                  <a:pt x="1839288" y="0"/>
                </a:lnTo>
                <a:moveTo>
                  <a:pt x="0" y="294246"/>
                </a:moveTo>
                <a:cubicBezTo>
                  <a:pt x="0" y="131739"/>
                  <a:pt x="131738" y="0"/>
                  <a:pt x="294245" y="0"/>
                </a:cubicBezTo>
                <a:lnTo>
                  <a:pt x="514929" y="0"/>
                </a:lnTo>
                <a:moveTo>
                  <a:pt x="514929" y="0"/>
                </a:moveTo>
                <a:cubicBezTo>
                  <a:pt x="352421" y="0"/>
                  <a:pt x="220684" y="131739"/>
                  <a:pt x="220684" y="294246"/>
                </a:cubicBezTo>
                <a:moveTo>
                  <a:pt x="2018594" y="0"/>
                </a:moveTo>
                <a:cubicBezTo>
                  <a:pt x="1996086" y="176"/>
                  <a:pt x="1970586" y="23490"/>
                  <a:pt x="1948726" y="29923"/>
                </a:cubicBezTo>
                <a:cubicBezTo>
                  <a:pt x="1942674" y="31704"/>
                  <a:pt x="1935981" y="32693"/>
                  <a:pt x="1928941" y="32693"/>
                </a:cubicBezTo>
                <a:cubicBezTo>
                  <a:pt x="1921901" y="32693"/>
                  <a:pt x="1915208" y="31704"/>
                  <a:pt x="1909156" y="29923"/>
                </a:cubicBezTo>
                <a:cubicBezTo>
                  <a:pt x="1887295" y="23490"/>
                  <a:pt x="1861796" y="176"/>
                  <a:pt x="1839288" y="0"/>
                </a:cubicBezTo>
                <a:moveTo>
                  <a:pt x="2018594" y="0"/>
                </a:moveTo>
                <a:lnTo>
                  <a:pt x="2018849" y="0"/>
                </a:lnTo>
                <a:moveTo>
                  <a:pt x="1839288" y="0"/>
                </a:moveTo>
                <a:lnTo>
                  <a:pt x="1839033" y="0"/>
                </a:lnTo>
                <a:moveTo>
                  <a:pt x="1189241" y="44955"/>
                </a:moveTo>
                <a:lnTo>
                  <a:pt x="702919" y="44955"/>
                </a:lnTo>
                <a:moveTo>
                  <a:pt x="653878" y="44955"/>
                </a:moveTo>
                <a:lnTo>
                  <a:pt x="576230" y="44955"/>
                </a:lnTo>
                <a:moveTo>
                  <a:pt x="3817014" y="73562"/>
                </a:moveTo>
                <a:cubicBezTo>
                  <a:pt x="3817014" y="57215"/>
                  <a:pt x="3808841" y="44955"/>
                  <a:pt x="3792494" y="44955"/>
                </a:cubicBezTo>
                <a:lnTo>
                  <a:pt x="2983320" y="44955"/>
                </a:lnTo>
                <a:moveTo>
                  <a:pt x="2153712" y="44955"/>
                </a:moveTo>
                <a:lnTo>
                  <a:pt x="2080150" y="44955"/>
                </a:lnTo>
                <a:moveTo>
                  <a:pt x="2909759" y="44955"/>
                </a:moveTo>
                <a:lnTo>
                  <a:pt x="2227273" y="44955"/>
                </a:lnTo>
                <a:moveTo>
                  <a:pt x="1454879" y="294246"/>
                </a:moveTo>
                <a:cubicBezTo>
                  <a:pt x="1454879" y="131739"/>
                  <a:pt x="1586617" y="0"/>
                  <a:pt x="1749124" y="0"/>
                </a:cubicBezTo>
                <a:moveTo>
                  <a:pt x="581580" y="743786"/>
                </a:moveTo>
                <a:lnTo>
                  <a:pt x="889644" y="743786"/>
                </a:lnTo>
                <a:cubicBezTo>
                  <a:pt x="910224" y="743786"/>
                  <a:pt x="929321" y="733073"/>
                  <a:pt x="940048" y="715510"/>
                </a:cubicBezTo>
                <a:lnTo>
                  <a:pt x="992665" y="629357"/>
                </a:lnTo>
                <a:lnTo>
                  <a:pt x="1043751" y="545713"/>
                </a:lnTo>
                <a:cubicBezTo>
                  <a:pt x="1055294" y="526813"/>
                  <a:pt x="1055294" y="503045"/>
                  <a:pt x="1043751" y="484145"/>
                </a:cubicBezTo>
                <a:lnTo>
                  <a:pt x="987673" y="392327"/>
                </a:lnTo>
                <a:lnTo>
                  <a:pt x="940048" y="314348"/>
                </a:lnTo>
                <a:cubicBezTo>
                  <a:pt x="929321" y="296784"/>
                  <a:pt x="910224" y="286071"/>
                  <a:pt x="889644" y="286071"/>
                </a:cubicBezTo>
                <a:lnTo>
                  <a:pt x="581580" y="286071"/>
                </a:lnTo>
                <a:cubicBezTo>
                  <a:pt x="561000" y="286071"/>
                  <a:pt x="541905" y="296784"/>
                  <a:pt x="531178" y="314348"/>
                </a:cubicBezTo>
                <a:lnTo>
                  <a:pt x="483553" y="392327"/>
                </a:lnTo>
                <a:lnTo>
                  <a:pt x="427474" y="484145"/>
                </a:lnTo>
                <a:cubicBezTo>
                  <a:pt x="415932" y="503045"/>
                  <a:pt x="415932" y="526813"/>
                  <a:pt x="427474" y="545713"/>
                </a:cubicBezTo>
                <a:lnTo>
                  <a:pt x="478560" y="629357"/>
                </a:lnTo>
                <a:lnTo>
                  <a:pt x="531178" y="715510"/>
                </a:lnTo>
                <a:cubicBezTo>
                  <a:pt x="541905" y="733073"/>
                  <a:pt x="561000" y="743786"/>
                  <a:pt x="581580" y="743786"/>
                </a:cubicBezTo>
                <a:close/>
                <a:moveTo>
                  <a:pt x="1131339" y="572143"/>
                </a:moveTo>
                <a:lnTo>
                  <a:pt x="1116895" y="593809"/>
                </a:lnTo>
                <a:cubicBezTo>
                  <a:pt x="1101884" y="616325"/>
                  <a:pt x="1079568" y="629357"/>
                  <a:pt x="1056025" y="629357"/>
                </a:cubicBezTo>
                <a:lnTo>
                  <a:pt x="992665" y="629357"/>
                </a:lnTo>
                <a:moveTo>
                  <a:pt x="1131339" y="449541"/>
                </a:moveTo>
                <a:lnTo>
                  <a:pt x="1116895" y="427875"/>
                </a:lnTo>
                <a:cubicBezTo>
                  <a:pt x="1101884" y="405359"/>
                  <a:pt x="1079568" y="392327"/>
                  <a:pt x="1056025" y="392327"/>
                </a:cubicBezTo>
                <a:lnTo>
                  <a:pt x="987673" y="392327"/>
                </a:lnTo>
                <a:moveTo>
                  <a:pt x="339874" y="449541"/>
                </a:moveTo>
                <a:lnTo>
                  <a:pt x="354318" y="427875"/>
                </a:lnTo>
                <a:cubicBezTo>
                  <a:pt x="369328" y="405359"/>
                  <a:pt x="391645" y="392327"/>
                  <a:pt x="415188" y="392327"/>
                </a:cubicBezTo>
                <a:lnTo>
                  <a:pt x="483553" y="392327"/>
                </a:lnTo>
                <a:moveTo>
                  <a:pt x="339874" y="572143"/>
                </a:moveTo>
                <a:lnTo>
                  <a:pt x="354318" y="593809"/>
                </a:lnTo>
                <a:cubicBezTo>
                  <a:pt x="369328" y="616325"/>
                  <a:pt x="391645" y="629357"/>
                  <a:pt x="415188" y="629357"/>
                </a:cubicBezTo>
                <a:lnTo>
                  <a:pt x="478560" y="629357"/>
                </a:lnTo>
                <a:moveTo>
                  <a:pt x="514930" y="335112"/>
                </a:moveTo>
                <a:lnTo>
                  <a:pt x="411506" y="335112"/>
                </a:lnTo>
                <a:cubicBezTo>
                  <a:pt x="364631" y="335112"/>
                  <a:pt x="320197" y="361737"/>
                  <a:pt x="290312" y="407734"/>
                </a:cubicBezTo>
                <a:lnTo>
                  <a:pt x="263147" y="449541"/>
                </a:lnTo>
                <a:moveTo>
                  <a:pt x="504991" y="686572"/>
                </a:moveTo>
                <a:lnTo>
                  <a:pt x="411506" y="686572"/>
                </a:lnTo>
                <a:cubicBezTo>
                  <a:pt x="364631" y="686572"/>
                  <a:pt x="320197" y="659947"/>
                  <a:pt x="290311" y="613950"/>
                </a:cubicBezTo>
                <a:lnTo>
                  <a:pt x="263147" y="572143"/>
                </a:lnTo>
                <a:moveTo>
                  <a:pt x="948123" y="335112"/>
                </a:moveTo>
                <a:lnTo>
                  <a:pt x="1052203" y="335112"/>
                </a:lnTo>
                <a:cubicBezTo>
                  <a:pt x="1099375" y="335112"/>
                  <a:pt x="1144090" y="361737"/>
                  <a:pt x="1174165" y="407734"/>
                </a:cubicBezTo>
                <a:lnTo>
                  <a:pt x="1201501" y="449541"/>
                </a:lnTo>
                <a:moveTo>
                  <a:pt x="958125" y="686572"/>
                </a:moveTo>
                <a:lnTo>
                  <a:pt x="1052203" y="686572"/>
                </a:lnTo>
                <a:cubicBezTo>
                  <a:pt x="1099375" y="686572"/>
                  <a:pt x="1144090" y="659947"/>
                  <a:pt x="1174165" y="613950"/>
                </a:cubicBezTo>
                <a:lnTo>
                  <a:pt x="1201501" y="572143"/>
                </a:lnTo>
                <a:moveTo>
                  <a:pt x="1025771" y="449541"/>
                </a:moveTo>
                <a:lnTo>
                  <a:pt x="1454879" y="449541"/>
                </a:lnTo>
                <a:moveTo>
                  <a:pt x="1029858" y="572143"/>
                </a:moveTo>
                <a:lnTo>
                  <a:pt x="1454879" y="572143"/>
                </a:lnTo>
                <a:moveTo>
                  <a:pt x="449541" y="572143"/>
                </a:moveTo>
                <a:lnTo>
                  <a:pt x="0" y="572143"/>
                </a:lnTo>
                <a:moveTo>
                  <a:pt x="449541" y="449541"/>
                </a:moveTo>
                <a:lnTo>
                  <a:pt x="0" y="449541"/>
                </a:lnTo>
                <a:moveTo>
                  <a:pt x="4999" y="629357"/>
                </a:moveTo>
                <a:lnTo>
                  <a:pt x="43839" y="629357"/>
                </a:lnTo>
                <a:cubicBezTo>
                  <a:pt x="67382" y="629357"/>
                  <a:pt x="89698" y="616325"/>
                  <a:pt x="104709" y="593809"/>
                </a:cubicBezTo>
                <a:lnTo>
                  <a:pt x="119153" y="572143"/>
                </a:lnTo>
                <a:moveTo>
                  <a:pt x="7" y="392327"/>
                </a:moveTo>
                <a:lnTo>
                  <a:pt x="43839" y="392327"/>
                </a:lnTo>
                <a:cubicBezTo>
                  <a:pt x="67382" y="392327"/>
                  <a:pt x="89698" y="405359"/>
                  <a:pt x="104709" y="427875"/>
                </a:cubicBezTo>
                <a:lnTo>
                  <a:pt x="119153" y="449541"/>
                </a:lnTo>
                <a:moveTo>
                  <a:pt x="1459878" y="392327"/>
                </a:moveTo>
                <a:lnTo>
                  <a:pt x="1407860" y="392327"/>
                </a:lnTo>
                <a:cubicBezTo>
                  <a:pt x="1384317" y="392327"/>
                  <a:pt x="1362001" y="405359"/>
                  <a:pt x="1346992" y="427875"/>
                </a:cubicBezTo>
                <a:lnTo>
                  <a:pt x="1332548" y="449541"/>
                </a:lnTo>
                <a:moveTo>
                  <a:pt x="1454886" y="629357"/>
                </a:moveTo>
                <a:lnTo>
                  <a:pt x="1407860" y="629357"/>
                </a:lnTo>
                <a:cubicBezTo>
                  <a:pt x="1384317" y="629357"/>
                  <a:pt x="1362001" y="616325"/>
                  <a:pt x="1346992" y="593809"/>
                </a:cubicBezTo>
                <a:lnTo>
                  <a:pt x="1332548" y="572143"/>
                </a:lnTo>
              </a:path>
            </a:pathLst>
          </a:custGeom>
          <a:noFill/>
          <a:ln w="6129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99907" y="371475"/>
            <a:ext cx="6544185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3100" b="1">
                <a:solidFill>
                  <a:srgbClr val="22403B"/>
                </a:solidFill>
                <a:latin typeface="Roboto Slab"/>
              </a:rPr>
              <a:t>Technical Learning Outcomes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8474" y="1535209"/>
            <a:ext cx="1330737" cy="1471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1">
                <a:solidFill>
                  <a:srgbClr val="22403B"/>
                </a:solidFill>
                <a:latin typeface="Roboto Slab"/>
              </a:rPr>
              <a:t>Subnetting mastery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6249" y="1723239"/>
            <a:ext cx="332558" cy="332558"/>
          </a:xfrm>
          <a:custGeom>
            <a:avLst/>
            <a:gdLst/>
            <a:ahLst/>
            <a:cxnLst/>
            <a:rect l="0" t="0" r="0" b="0"/>
            <a:pathLst>
              <a:path w="332558" h="332558">
                <a:moveTo>
                  <a:pt x="125156" y="215269"/>
                </a:moveTo>
                <a:cubicBezTo>
                  <a:pt x="125156" y="223851"/>
                  <a:pt x="119434" y="229572"/>
                  <a:pt x="110852" y="229572"/>
                </a:cubicBezTo>
                <a:lnTo>
                  <a:pt x="25031" y="229572"/>
                </a:lnTo>
                <a:cubicBezTo>
                  <a:pt x="16449" y="229572"/>
                  <a:pt x="10727" y="223851"/>
                  <a:pt x="10727" y="215269"/>
                </a:cubicBezTo>
                <a:lnTo>
                  <a:pt x="10727" y="129448"/>
                </a:lnTo>
                <a:cubicBezTo>
                  <a:pt x="10727" y="120866"/>
                  <a:pt x="16449" y="115144"/>
                  <a:pt x="25031" y="115144"/>
                </a:cubicBezTo>
                <a:lnTo>
                  <a:pt x="110852" y="115144"/>
                </a:lnTo>
                <a:cubicBezTo>
                  <a:pt x="119434" y="115144"/>
                  <a:pt x="125156" y="120866"/>
                  <a:pt x="125156" y="129448"/>
                </a:cubicBezTo>
                <a:close/>
                <a:moveTo>
                  <a:pt x="246736" y="53638"/>
                </a:moveTo>
                <a:cubicBezTo>
                  <a:pt x="246736" y="62220"/>
                  <a:pt x="241015" y="67942"/>
                  <a:pt x="232433" y="67942"/>
                </a:cubicBezTo>
                <a:lnTo>
                  <a:pt x="203826" y="67942"/>
                </a:lnTo>
                <a:cubicBezTo>
                  <a:pt x="195243" y="67942"/>
                  <a:pt x="189522" y="62220"/>
                  <a:pt x="189522" y="53638"/>
                </a:cubicBezTo>
                <a:lnTo>
                  <a:pt x="189522" y="25031"/>
                </a:lnTo>
                <a:cubicBezTo>
                  <a:pt x="189522" y="16449"/>
                  <a:pt x="195243" y="10727"/>
                  <a:pt x="203826" y="10727"/>
                </a:cubicBezTo>
                <a:lnTo>
                  <a:pt x="232433" y="10727"/>
                </a:lnTo>
                <a:cubicBezTo>
                  <a:pt x="241015" y="10727"/>
                  <a:pt x="246736" y="16449"/>
                  <a:pt x="246736" y="25031"/>
                </a:cubicBezTo>
                <a:close/>
                <a:moveTo>
                  <a:pt x="332558" y="136600"/>
                </a:moveTo>
                <a:cubicBezTo>
                  <a:pt x="332558" y="145181"/>
                  <a:pt x="326837" y="150902"/>
                  <a:pt x="318254" y="150902"/>
                </a:cubicBezTo>
                <a:lnTo>
                  <a:pt x="289647" y="150902"/>
                </a:lnTo>
                <a:cubicBezTo>
                  <a:pt x="281065" y="150902"/>
                  <a:pt x="275344" y="145181"/>
                  <a:pt x="275344" y="136600"/>
                </a:cubicBezTo>
                <a:lnTo>
                  <a:pt x="275344" y="107992"/>
                </a:lnTo>
                <a:cubicBezTo>
                  <a:pt x="275344" y="99410"/>
                  <a:pt x="281065" y="93689"/>
                  <a:pt x="289647" y="93689"/>
                </a:cubicBezTo>
                <a:lnTo>
                  <a:pt x="318254" y="93689"/>
                </a:lnTo>
                <a:cubicBezTo>
                  <a:pt x="326837" y="93689"/>
                  <a:pt x="332558" y="99410"/>
                  <a:pt x="332558" y="107992"/>
                </a:cubicBezTo>
                <a:close/>
                <a:moveTo>
                  <a:pt x="332558" y="236724"/>
                </a:moveTo>
                <a:cubicBezTo>
                  <a:pt x="332558" y="245306"/>
                  <a:pt x="326837" y="251027"/>
                  <a:pt x="318254" y="251027"/>
                </a:cubicBezTo>
                <a:lnTo>
                  <a:pt x="289647" y="251027"/>
                </a:lnTo>
                <a:cubicBezTo>
                  <a:pt x="281065" y="251027"/>
                  <a:pt x="275344" y="245306"/>
                  <a:pt x="275344" y="236724"/>
                </a:cubicBezTo>
                <a:lnTo>
                  <a:pt x="275344" y="208117"/>
                </a:lnTo>
                <a:cubicBezTo>
                  <a:pt x="275344" y="199535"/>
                  <a:pt x="281065" y="193813"/>
                  <a:pt x="289647" y="193813"/>
                </a:cubicBezTo>
                <a:lnTo>
                  <a:pt x="318254" y="193813"/>
                </a:lnTo>
                <a:cubicBezTo>
                  <a:pt x="326837" y="193813"/>
                  <a:pt x="332558" y="199535"/>
                  <a:pt x="332558" y="208117"/>
                </a:cubicBezTo>
                <a:close/>
                <a:moveTo>
                  <a:pt x="246736" y="318254"/>
                </a:moveTo>
                <a:cubicBezTo>
                  <a:pt x="246736" y="326837"/>
                  <a:pt x="241015" y="332558"/>
                  <a:pt x="232433" y="332558"/>
                </a:cubicBezTo>
                <a:lnTo>
                  <a:pt x="203826" y="332558"/>
                </a:lnTo>
                <a:cubicBezTo>
                  <a:pt x="195243" y="332558"/>
                  <a:pt x="189522" y="326837"/>
                  <a:pt x="189522" y="318254"/>
                </a:cubicBezTo>
                <a:lnTo>
                  <a:pt x="189522" y="289647"/>
                </a:lnTo>
                <a:cubicBezTo>
                  <a:pt x="189522" y="281065"/>
                  <a:pt x="195243" y="275344"/>
                  <a:pt x="203826" y="275344"/>
                </a:cubicBezTo>
                <a:lnTo>
                  <a:pt x="232433" y="275344"/>
                </a:lnTo>
                <a:cubicBezTo>
                  <a:pt x="241015" y="275344"/>
                  <a:pt x="246736" y="281065"/>
                  <a:pt x="246736" y="289647"/>
                </a:cubicBezTo>
                <a:close/>
                <a:moveTo>
                  <a:pt x="275344" y="122296"/>
                </a:moveTo>
                <a:lnTo>
                  <a:pt x="125156" y="172358"/>
                </a:lnTo>
                <a:lnTo>
                  <a:pt x="194103" y="64589"/>
                </a:lnTo>
                <a:moveTo>
                  <a:pt x="0" y="0"/>
                </a:moveTo>
                <a:moveTo>
                  <a:pt x="275344" y="222420"/>
                </a:moveTo>
                <a:lnTo>
                  <a:pt x="125156" y="172358"/>
                </a:lnTo>
                <a:lnTo>
                  <a:pt x="193544" y="279198"/>
                </a:lnTo>
                <a:moveTo>
                  <a:pt x="0" y="0"/>
                </a:moveTo>
                <a:moveTo>
                  <a:pt x="244102" y="62447"/>
                </a:moveTo>
                <a:lnTo>
                  <a:pt x="279301" y="97647"/>
                </a:lnTo>
                <a:moveTo>
                  <a:pt x="303951" y="150902"/>
                </a:moveTo>
                <a:lnTo>
                  <a:pt x="303951" y="193813"/>
                </a:lnTo>
                <a:moveTo>
                  <a:pt x="0" y="0"/>
                </a:moveTo>
                <a:moveTo>
                  <a:pt x="243452" y="280042"/>
                </a:moveTo>
                <a:lnTo>
                  <a:pt x="278625" y="246276"/>
                </a:lnTo>
              </a:path>
            </a:pathLst>
          </a:custGeom>
          <a:noFill/>
          <a:ln w="612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6" name="Group 25"/>
          <p:cNvGrpSpPr/>
          <p:nvPr/>
        </p:nvGrpSpPr>
        <p:grpSpPr>
          <a:xfrm>
            <a:off x="1289514" y="1780415"/>
            <a:ext cx="1389697" cy="441444"/>
            <a:chOff x="1289514" y="1780415"/>
            <a:chExt cx="1389697" cy="441444"/>
          </a:xfrm>
        </p:grpSpPr>
        <p:sp>
          <p:nvSpPr>
            <p:cNvPr id="23" name="TextBox 22"/>
            <p:cNvSpPr txBox="1"/>
            <p:nvPr/>
          </p:nvSpPr>
          <p:spPr>
            <a:xfrm>
              <a:off x="1081060" y="1780415"/>
              <a:ext cx="1598151" cy="1471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"/>
                </a:rPr>
                <a:t>Mastery of CIDR notation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81060" y="1927576"/>
              <a:ext cx="1598151" cy="1471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"/>
                </a:rPr>
                <a:t>and complex subnetting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81060" y="2074737"/>
              <a:ext cx="1598151" cy="147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"/>
                </a:rPr>
                <a:t>calculations.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91787" y="2679577"/>
            <a:ext cx="1687424" cy="1471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1">
                <a:solidFill>
                  <a:srgbClr val="22403B"/>
                </a:solidFill>
                <a:latin typeface="Roboto Slab"/>
              </a:rPr>
              <a:t>Diagnostic interpretation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63125" y="2903365"/>
            <a:ext cx="328982" cy="271768"/>
          </a:xfrm>
          <a:custGeom>
            <a:avLst/>
            <a:gdLst/>
            <a:ahLst/>
            <a:cxnLst/>
            <a:rect l="0" t="0" r="0" b="0"/>
            <a:pathLst>
              <a:path w="328982" h="271768">
                <a:moveTo>
                  <a:pt x="85821" y="185946"/>
                </a:moveTo>
                <a:lnTo>
                  <a:pt x="121580" y="150187"/>
                </a:lnTo>
                <a:lnTo>
                  <a:pt x="85821" y="114428"/>
                </a:lnTo>
                <a:moveTo>
                  <a:pt x="171643" y="157339"/>
                </a:moveTo>
                <a:lnTo>
                  <a:pt x="228857" y="157339"/>
                </a:lnTo>
                <a:moveTo>
                  <a:pt x="193098" y="32183"/>
                </a:moveTo>
                <a:cubicBezTo>
                  <a:pt x="191123" y="32183"/>
                  <a:pt x="189522" y="33784"/>
                  <a:pt x="189522" y="35758"/>
                </a:cubicBezTo>
                <a:cubicBezTo>
                  <a:pt x="189522" y="37733"/>
                  <a:pt x="191123" y="39334"/>
                  <a:pt x="193098" y="39334"/>
                </a:cubicBezTo>
                <a:cubicBezTo>
                  <a:pt x="195073" y="39334"/>
                  <a:pt x="196674" y="37733"/>
                  <a:pt x="196674" y="35758"/>
                </a:cubicBezTo>
                <a:cubicBezTo>
                  <a:pt x="196674" y="33784"/>
                  <a:pt x="195073" y="32183"/>
                  <a:pt x="193098" y="32183"/>
                </a:cubicBezTo>
                <a:moveTo>
                  <a:pt x="236009" y="32183"/>
                </a:moveTo>
                <a:cubicBezTo>
                  <a:pt x="234034" y="32183"/>
                  <a:pt x="232433" y="33784"/>
                  <a:pt x="232433" y="35758"/>
                </a:cubicBezTo>
                <a:cubicBezTo>
                  <a:pt x="232433" y="37733"/>
                  <a:pt x="234034" y="39334"/>
                  <a:pt x="236009" y="39334"/>
                </a:cubicBezTo>
                <a:cubicBezTo>
                  <a:pt x="237984" y="39334"/>
                  <a:pt x="239585" y="37733"/>
                  <a:pt x="239585" y="35758"/>
                </a:cubicBezTo>
                <a:cubicBezTo>
                  <a:pt x="239585" y="33784"/>
                  <a:pt x="237984" y="32183"/>
                  <a:pt x="236009" y="32183"/>
                </a:cubicBezTo>
                <a:moveTo>
                  <a:pt x="278919" y="32183"/>
                </a:moveTo>
                <a:cubicBezTo>
                  <a:pt x="276945" y="32183"/>
                  <a:pt x="275344" y="33784"/>
                  <a:pt x="275344" y="35758"/>
                </a:cubicBezTo>
                <a:cubicBezTo>
                  <a:pt x="275344" y="37733"/>
                  <a:pt x="276945" y="39334"/>
                  <a:pt x="278919" y="39334"/>
                </a:cubicBezTo>
                <a:cubicBezTo>
                  <a:pt x="280894" y="39334"/>
                  <a:pt x="282495" y="37733"/>
                  <a:pt x="282495" y="35758"/>
                </a:cubicBezTo>
                <a:cubicBezTo>
                  <a:pt x="282495" y="33784"/>
                  <a:pt x="280894" y="32183"/>
                  <a:pt x="278919" y="32183"/>
                </a:cubicBezTo>
                <a:moveTo>
                  <a:pt x="14303" y="0"/>
                </a:moveTo>
                <a:lnTo>
                  <a:pt x="314678" y="0"/>
                </a:lnTo>
                <a:cubicBezTo>
                  <a:pt x="314678" y="0"/>
                  <a:pt x="328982" y="0"/>
                  <a:pt x="328982" y="14303"/>
                </a:cubicBezTo>
                <a:lnTo>
                  <a:pt x="328982" y="257464"/>
                </a:lnTo>
                <a:cubicBezTo>
                  <a:pt x="328982" y="257464"/>
                  <a:pt x="328982" y="271768"/>
                  <a:pt x="314678" y="271768"/>
                </a:cubicBezTo>
                <a:lnTo>
                  <a:pt x="14303" y="271768"/>
                </a:lnTo>
                <a:cubicBezTo>
                  <a:pt x="14303" y="271768"/>
                  <a:pt x="0" y="271768"/>
                  <a:pt x="0" y="257464"/>
                </a:cubicBezTo>
                <a:lnTo>
                  <a:pt x="0" y="14303"/>
                </a:lnTo>
                <a:cubicBezTo>
                  <a:pt x="0" y="14303"/>
                  <a:pt x="0" y="0"/>
                  <a:pt x="14303" y="0"/>
                </a:cubicBezTo>
                <a:moveTo>
                  <a:pt x="0" y="71517"/>
                </a:moveTo>
                <a:lnTo>
                  <a:pt x="328982" y="71517"/>
                </a:lnTo>
              </a:path>
            </a:pathLst>
          </a:custGeom>
          <a:noFill/>
          <a:ln w="612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2" name="Group 31"/>
          <p:cNvGrpSpPr/>
          <p:nvPr/>
        </p:nvGrpSpPr>
        <p:grpSpPr>
          <a:xfrm>
            <a:off x="1288562" y="3047380"/>
            <a:ext cx="1390650" cy="441444"/>
            <a:chOff x="1288562" y="3047380"/>
            <a:chExt cx="1390650" cy="441444"/>
          </a:xfrm>
        </p:grpSpPr>
        <p:sp>
          <p:nvSpPr>
            <p:cNvPr id="29" name="TextBox 28"/>
            <p:cNvSpPr txBox="1"/>
            <p:nvPr/>
          </p:nvSpPr>
          <p:spPr>
            <a:xfrm>
              <a:off x="1079965" y="3047380"/>
              <a:ext cx="1599247" cy="1471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"/>
                </a:rPr>
                <a:t>Interpretation of granular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79965" y="3194541"/>
              <a:ext cx="1599247" cy="1471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"/>
                </a:rPr>
                <a:t>ipconfig /all and tracert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79965" y="3341702"/>
              <a:ext cx="1599247" cy="147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"/>
                </a:rPr>
                <a:t>diagnostic outputs.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1370382" y="3823940"/>
            <a:ext cx="1308829" cy="1471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1">
                <a:solidFill>
                  <a:srgbClr val="22403B"/>
                </a:solidFill>
                <a:latin typeface="Roboto Slab"/>
              </a:rPr>
              <a:t>Cisco configuration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06507" y="4033768"/>
            <a:ext cx="328982" cy="292879"/>
          </a:xfrm>
          <a:custGeom>
            <a:avLst/>
            <a:gdLst/>
            <a:ahLst/>
            <a:cxnLst/>
            <a:rect l="0" t="0" r="0" b="0"/>
            <a:pathLst>
              <a:path w="328982" h="292879">
                <a:moveTo>
                  <a:pt x="328982" y="214209"/>
                </a:moveTo>
                <a:cubicBezTo>
                  <a:pt x="328982" y="198410"/>
                  <a:pt x="316174" y="185602"/>
                  <a:pt x="300375" y="185602"/>
                </a:cubicBezTo>
                <a:lnTo>
                  <a:pt x="28607" y="185602"/>
                </a:lnTo>
                <a:cubicBezTo>
                  <a:pt x="12807" y="185602"/>
                  <a:pt x="0" y="198410"/>
                  <a:pt x="0" y="214209"/>
                </a:cubicBezTo>
                <a:lnTo>
                  <a:pt x="0" y="242816"/>
                </a:lnTo>
                <a:cubicBezTo>
                  <a:pt x="0" y="258616"/>
                  <a:pt x="12807" y="271423"/>
                  <a:pt x="28607" y="271423"/>
                </a:cubicBezTo>
                <a:lnTo>
                  <a:pt x="300375" y="271423"/>
                </a:lnTo>
                <a:cubicBezTo>
                  <a:pt x="316174" y="271423"/>
                  <a:pt x="328982" y="258616"/>
                  <a:pt x="328982" y="242816"/>
                </a:cubicBezTo>
                <a:close/>
                <a:moveTo>
                  <a:pt x="42910" y="228513"/>
                </a:moveTo>
                <a:lnTo>
                  <a:pt x="42910" y="221361"/>
                </a:lnTo>
                <a:moveTo>
                  <a:pt x="85821" y="228513"/>
                </a:moveTo>
                <a:lnTo>
                  <a:pt x="85821" y="221361"/>
                </a:lnTo>
                <a:moveTo>
                  <a:pt x="128732" y="228513"/>
                </a:moveTo>
                <a:lnTo>
                  <a:pt x="128732" y="221361"/>
                </a:lnTo>
                <a:moveTo>
                  <a:pt x="257464" y="185602"/>
                </a:moveTo>
                <a:lnTo>
                  <a:pt x="257464" y="106932"/>
                </a:lnTo>
                <a:moveTo>
                  <a:pt x="324891" y="27233"/>
                </a:moveTo>
                <a:cubicBezTo>
                  <a:pt x="284064" y="0"/>
                  <a:pt x="230864" y="0"/>
                  <a:pt x="190037" y="27233"/>
                </a:cubicBezTo>
                <a:moveTo>
                  <a:pt x="309029" y="51034"/>
                </a:moveTo>
                <a:cubicBezTo>
                  <a:pt x="277802" y="30221"/>
                  <a:pt x="237126" y="30221"/>
                  <a:pt x="205900" y="51034"/>
                </a:cubicBezTo>
                <a:moveTo>
                  <a:pt x="293223" y="74835"/>
                </a:moveTo>
                <a:cubicBezTo>
                  <a:pt x="271600" y="60417"/>
                  <a:pt x="243428" y="60417"/>
                  <a:pt x="221805" y="74835"/>
                </a:cubicBezTo>
                <a:moveTo>
                  <a:pt x="71517" y="185602"/>
                </a:moveTo>
                <a:lnTo>
                  <a:pt x="71517" y="106932"/>
                </a:lnTo>
                <a:moveTo>
                  <a:pt x="138945" y="27233"/>
                </a:moveTo>
                <a:cubicBezTo>
                  <a:pt x="98118" y="0"/>
                  <a:pt x="44917" y="0"/>
                  <a:pt x="4090" y="27233"/>
                </a:cubicBezTo>
                <a:moveTo>
                  <a:pt x="123082" y="51034"/>
                </a:moveTo>
                <a:cubicBezTo>
                  <a:pt x="91856" y="30221"/>
                  <a:pt x="51179" y="30221"/>
                  <a:pt x="19953" y="51034"/>
                </a:cubicBezTo>
                <a:moveTo>
                  <a:pt x="107276" y="74835"/>
                </a:moveTo>
                <a:cubicBezTo>
                  <a:pt x="85631" y="60372"/>
                  <a:pt x="57404" y="60372"/>
                  <a:pt x="35758" y="74835"/>
                </a:cubicBezTo>
                <a:moveTo>
                  <a:pt x="185946" y="214209"/>
                </a:moveTo>
                <a:lnTo>
                  <a:pt x="278919" y="214209"/>
                </a:lnTo>
                <a:cubicBezTo>
                  <a:pt x="278919" y="214209"/>
                  <a:pt x="286071" y="214209"/>
                  <a:pt x="286071" y="221361"/>
                </a:cubicBezTo>
                <a:lnTo>
                  <a:pt x="286071" y="235664"/>
                </a:lnTo>
                <a:cubicBezTo>
                  <a:pt x="286071" y="235664"/>
                  <a:pt x="286071" y="242816"/>
                  <a:pt x="278919" y="242816"/>
                </a:cubicBezTo>
                <a:lnTo>
                  <a:pt x="185946" y="242816"/>
                </a:lnTo>
                <a:cubicBezTo>
                  <a:pt x="185946" y="242816"/>
                  <a:pt x="178794" y="242816"/>
                  <a:pt x="178794" y="235664"/>
                </a:cubicBezTo>
                <a:lnTo>
                  <a:pt x="178794" y="221361"/>
                </a:lnTo>
                <a:cubicBezTo>
                  <a:pt x="178794" y="221361"/>
                  <a:pt x="178794" y="214209"/>
                  <a:pt x="185946" y="214209"/>
                </a:cubicBezTo>
                <a:moveTo>
                  <a:pt x="42910" y="271423"/>
                </a:moveTo>
                <a:lnTo>
                  <a:pt x="42910" y="292879"/>
                </a:lnTo>
                <a:moveTo>
                  <a:pt x="286071" y="271423"/>
                </a:moveTo>
                <a:lnTo>
                  <a:pt x="286071" y="292879"/>
                </a:lnTo>
              </a:path>
            </a:pathLst>
          </a:custGeom>
          <a:noFill/>
          <a:ln w="6129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8" name="Group 37"/>
          <p:cNvGrpSpPr/>
          <p:nvPr/>
        </p:nvGrpSpPr>
        <p:grpSpPr>
          <a:xfrm>
            <a:off x="1158183" y="4069145"/>
            <a:ext cx="1521028" cy="441444"/>
            <a:chOff x="1158183" y="4069145"/>
            <a:chExt cx="1521028" cy="441444"/>
          </a:xfrm>
        </p:grpSpPr>
        <p:sp>
          <p:nvSpPr>
            <p:cNvPr id="35" name="TextBox 34"/>
            <p:cNvSpPr txBox="1"/>
            <p:nvPr/>
          </p:nvSpPr>
          <p:spPr>
            <a:xfrm>
              <a:off x="930029" y="4069145"/>
              <a:ext cx="1749182" cy="1471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"/>
                </a:rPr>
                <a:t>Hands-on CLI configuration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30029" y="4216306"/>
              <a:ext cx="1749182" cy="1471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"/>
                </a:rPr>
                <a:t>and testing of Cisco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30029" y="4363467"/>
              <a:ext cx="1749182" cy="147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900" b="1">
                  <a:solidFill>
                    <a:srgbClr val="22403B"/>
                  </a:solidFill>
                  <a:latin typeface="Roboto"/>
                </a:rPr>
                <a:t>networking devices.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3058" y="1748009"/>
            <a:ext cx="2419007" cy="2419007"/>
          </a:xfrm>
          <a:custGeom>
            <a:avLst/>
            <a:gdLst/>
            <a:ahLst/>
            <a:cxnLst/>
            <a:rect l="0" t="0" r="0" b="0"/>
            <a:pathLst>
              <a:path w="2419007" h="2419007">
                <a:moveTo>
                  <a:pt x="2419007" y="2251014"/>
                </a:moveTo>
                <a:cubicBezTo>
                  <a:pt x="2419007" y="2343797"/>
                  <a:pt x="2343797" y="2419007"/>
                  <a:pt x="2251014" y="2419007"/>
                </a:cubicBezTo>
                <a:lnTo>
                  <a:pt x="167982" y="2419007"/>
                </a:lnTo>
                <a:cubicBezTo>
                  <a:pt x="75209" y="2419007"/>
                  <a:pt x="0" y="2343797"/>
                  <a:pt x="0" y="2251014"/>
                </a:cubicBezTo>
                <a:lnTo>
                  <a:pt x="0" y="316772"/>
                </a:lnTo>
                <a:cubicBezTo>
                  <a:pt x="0" y="234600"/>
                  <a:pt x="0" y="167982"/>
                  <a:pt x="0" y="167982"/>
                </a:cubicBezTo>
                <a:cubicBezTo>
                  <a:pt x="0" y="75209"/>
                  <a:pt x="75209" y="0"/>
                  <a:pt x="167982" y="0"/>
                </a:cubicBezTo>
                <a:lnTo>
                  <a:pt x="2419007" y="0"/>
                </a:lnTo>
                <a:lnTo>
                  <a:pt x="2419007" y="2251014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3058" y="1748009"/>
            <a:ext cx="2419003" cy="2419004"/>
          </a:xfrm>
          <a:custGeom>
            <a:avLst/>
            <a:gdLst/>
            <a:ahLst/>
            <a:cxnLst/>
            <a:rect l="0" t="0" r="0" b="0"/>
            <a:pathLst>
              <a:path w="2419003" h="2419004">
                <a:moveTo>
                  <a:pt x="0" y="167986"/>
                </a:moveTo>
                <a:cubicBezTo>
                  <a:pt x="0" y="75210"/>
                  <a:pt x="75210" y="0"/>
                  <a:pt x="167986" y="0"/>
                </a:cubicBezTo>
                <a:lnTo>
                  <a:pt x="1713460" y="0"/>
                </a:lnTo>
                <a:moveTo>
                  <a:pt x="2419003" y="705542"/>
                </a:moveTo>
                <a:cubicBezTo>
                  <a:pt x="2326350" y="705542"/>
                  <a:pt x="2234604" y="687293"/>
                  <a:pt x="2149004" y="651836"/>
                </a:cubicBezTo>
                <a:cubicBezTo>
                  <a:pt x="2063403" y="616379"/>
                  <a:pt x="1985625" y="564409"/>
                  <a:pt x="1920109" y="498894"/>
                </a:cubicBezTo>
                <a:cubicBezTo>
                  <a:pt x="1854593" y="433378"/>
                  <a:pt x="1802623" y="355600"/>
                  <a:pt x="1767166" y="269999"/>
                </a:cubicBezTo>
                <a:cubicBezTo>
                  <a:pt x="1731710" y="184399"/>
                  <a:pt x="1713460" y="92652"/>
                  <a:pt x="1713460" y="0"/>
                </a:cubicBezTo>
                <a:lnTo>
                  <a:pt x="2419003" y="0"/>
                </a:lnTo>
                <a:lnTo>
                  <a:pt x="2419003" y="167986"/>
                </a:lnTo>
                <a:moveTo>
                  <a:pt x="2419003" y="167986"/>
                </a:moveTo>
                <a:lnTo>
                  <a:pt x="2419003" y="2251017"/>
                </a:lnTo>
                <a:moveTo>
                  <a:pt x="0" y="2251017"/>
                </a:moveTo>
                <a:lnTo>
                  <a:pt x="0" y="167986"/>
                </a:lnTo>
                <a:moveTo>
                  <a:pt x="0" y="2251017"/>
                </a:moveTo>
                <a:cubicBezTo>
                  <a:pt x="0" y="2343794"/>
                  <a:pt x="75210" y="2419004"/>
                  <a:pt x="167986" y="2419004"/>
                </a:cubicBezTo>
                <a:lnTo>
                  <a:pt x="2251017" y="2419004"/>
                </a:lnTo>
                <a:cubicBezTo>
                  <a:pt x="2343793" y="2419004"/>
                  <a:pt x="2419003" y="2343794"/>
                  <a:pt x="2419003" y="2251017"/>
                </a:cubicBezTo>
              </a:path>
            </a:pathLst>
          </a:custGeom>
          <a:noFill/>
          <a:ln w="6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73850" y="2306566"/>
            <a:ext cx="1612668" cy="9525"/>
          </a:xfrm>
          <a:custGeom>
            <a:avLst/>
            <a:gdLst/>
            <a:ahLst/>
            <a:cxnLst/>
            <a:rect l="0" t="0" r="0" b="0"/>
            <a:pathLst>
              <a:path w="1612668" h="9525">
                <a:moveTo>
                  <a:pt x="0" y="0"/>
                </a:moveTo>
                <a:lnTo>
                  <a:pt x="1612668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3850" y="2306565"/>
            <a:ext cx="1612669" cy="9525"/>
          </a:xfrm>
          <a:custGeom>
            <a:avLst/>
            <a:gdLst/>
            <a:ahLst/>
            <a:cxnLst/>
            <a:rect l="0" t="0" r="0" b="0"/>
            <a:pathLst>
              <a:path w="1612669" h="9525">
                <a:moveTo>
                  <a:pt x="0" y="0"/>
                </a:moveTo>
                <a:lnTo>
                  <a:pt x="1612669" y="0"/>
                </a:lnTo>
              </a:path>
            </a:pathLst>
          </a:custGeom>
          <a:noFill/>
          <a:ln w="6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73850" y="2453552"/>
            <a:ext cx="100791" cy="100791"/>
          </a:xfrm>
          <a:custGeom>
            <a:avLst/>
            <a:gdLst/>
            <a:ahLst/>
            <a:cxnLst/>
            <a:rect l="0" t="0" r="0" b="0"/>
            <a:pathLst>
              <a:path w="100791" h="100791">
                <a:moveTo>
                  <a:pt x="0" y="50395"/>
                </a:moveTo>
                <a:cubicBezTo>
                  <a:pt x="0" y="78228"/>
                  <a:pt x="22563" y="100791"/>
                  <a:pt x="50395" y="100791"/>
                </a:cubicBezTo>
                <a:cubicBezTo>
                  <a:pt x="78228" y="100791"/>
                  <a:pt x="100791" y="78228"/>
                  <a:pt x="100791" y="50395"/>
                </a:cubicBezTo>
                <a:cubicBezTo>
                  <a:pt x="100791" y="22563"/>
                  <a:pt x="78228" y="0"/>
                  <a:pt x="50395" y="0"/>
                </a:cubicBezTo>
                <a:cubicBezTo>
                  <a:pt x="22563" y="0"/>
                  <a:pt x="0" y="22563"/>
                  <a:pt x="0" y="50395"/>
                </a:cubicBezTo>
              </a:path>
            </a:pathLst>
          </a:custGeom>
          <a:noFill/>
          <a:ln w="63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3850" y="2806326"/>
            <a:ext cx="100791" cy="100791"/>
          </a:xfrm>
          <a:custGeom>
            <a:avLst/>
            <a:gdLst/>
            <a:ahLst/>
            <a:cxnLst/>
            <a:rect l="0" t="0" r="0" b="0"/>
            <a:pathLst>
              <a:path w="100791" h="100791">
                <a:moveTo>
                  <a:pt x="0" y="50395"/>
                </a:moveTo>
                <a:cubicBezTo>
                  <a:pt x="0" y="78228"/>
                  <a:pt x="22563" y="100791"/>
                  <a:pt x="50395" y="100791"/>
                </a:cubicBezTo>
                <a:cubicBezTo>
                  <a:pt x="78228" y="100791"/>
                  <a:pt x="100791" y="78228"/>
                  <a:pt x="100791" y="50395"/>
                </a:cubicBezTo>
                <a:cubicBezTo>
                  <a:pt x="100791" y="22563"/>
                  <a:pt x="78228" y="0"/>
                  <a:pt x="50395" y="0"/>
                </a:cubicBezTo>
                <a:cubicBezTo>
                  <a:pt x="22563" y="0"/>
                  <a:pt x="0" y="22563"/>
                  <a:pt x="0" y="50395"/>
                </a:cubicBezTo>
              </a:path>
            </a:pathLst>
          </a:custGeom>
          <a:noFill/>
          <a:ln w="63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73850" y="3159095"/>
            <a:ext cx="100791" cy="100791"/>
          </a:xfrm>
          <a:custGeom>
            <a:avLst/>
            <a:gdLst/>
            <a:ahLst/>
            <a:cxnLst/>
            <a:rect l="0" t="0" r="0" b="0"/>
            <a:pathLst>
              <a:path w="100791" h="100791">
                <a:moveTo>
                  <a:pt x="0" y="50395"/>
                </a:moveTo>
                <a:cubicBezTo>
                  <a:pt x="0" y="78228"/>
                  <a:pt x="22563" y="100791"/>
                  <a:pt x="50395" y="100791"/>
                </a:cubicBezTo>
                <a:cubicBezTo>
                  <a:pt x="78228" y="100791"/>
                  <a:pt x="100791" y="78228"/>
                  <a:pt x="100791" y="50395"/>
                </a:cubicBezTo>
                <a:cubicBezTo>
                  <a:pt x="100791" y="22563"/>
                  <a:pt x="78228" y="0"/>
                  <a:pt x="50395" y="0"/>
                </a:cubicBezTo>
                <a:cubicBezTo>
                  <a:pt x="22563" y="0"/>
                  <a:pt x="0" y="22563"/>
                  <a:pt x="0" y="50395"/>
                </a:cubicBezTo>
              </a:path>
            </a:pathLst>
          </a:custGeom>
          <a:noFill/>
          <a:ln w="63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3850" y="3511869"/>
            <a:ext cx="100791" cy="100791"/>
          </a:xfrm>
          <a:custGeom>
            <a:avLst/>
            <a:gdLst/>
            <a:ahLst/>
            <a:cxnLst/>
            <a:rect l="0" t="0" r="0" b="0"/>
            <a:pathLst>
              <a:path w="100791" h="100791">
                <a:moveTo>
                  <a:pt x="0" y="50395"/>
                </a:moveTo>
                <a:cubicBezTo>
                  <a:pt x="0" y="78228"/>
                  <a:pt x="22563" y="100791"/>
                  <a:pt x="50395" y="100791"/>
                </a:cubicBezTo>
                <a:cubicBezTo>
                  <a:pt x="78228" y="100791"/>
                  <a:pt x="100791" y="78228"/>
                  <a:pt x="100791" y="50395"/>
                </a:cubicBezTo>
                <a:cubicBezTo>
                  <a:pt x="100791" y="22563"/>
                  <a:pt x="78228" y="0"/>
                  <a:pt x="50395" y="0"/>
                </a:cubicBezTo>
                <a:cubicBezTo>
                  <a:pt x="22563" y="0"/>
                  <a:pt x="0" y="22563"/>
                  <a:pt x="0" y="50395"/>
                </a:cubicBezTo>
              </a:path>
            </a:pathLst>
          </a:custGeom>
          <a:noFill/>
          <a:ln w="63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73850" y="3864638"/>
            <a:ext cx="100791" cy="100791"/>
          </a:xfrm>
          <a:custGeom>
            <a:avLst/>
            <a:gdLst/>
            <a:ahLst/>
            <a:cxnLst/>
            <a:rect l="0" t="0" r="0" b="0"/>
            <a:pathLst>
              <a:path w="100791" h="100791">
                <a:moveTo>
                  <a:pt x="0" y="50395"/>
                </a:moveTo>
                <a:cubicBezTo>
                  <a:pt x="0" y="78228"/>
                  <a:pt x="22563" y="100791"/>
                  <a:pt x="50395" y="100791"/>
                </a:cubicBezTo>
                <a:cubicBezTo>
                  <a:pt x="78228" y="100791"/>
                  <a:pt x="100791" y="78228"/>
                  <a:pt x="100791" y="50395"/>
                </a:cubicBezTo>
                <a:cubicBezTo>
                  <a:pt x="100791" y="22563"/>
                  <a:pt x="78228" y="0"/>
                  <a:pt x="50395" y="0"/>
                </a:cubicBezTo>
                <a:cubicBezTo>
                  <a:pt x="22563" y="0"/>
                  <a:pt x="0" y="22563"/>
                  <a:pt x="0" y="50395"/>
                </a:cubicBezTo>
              </a:path>
            </a:pathLst>
          </a:custGeom>
          <a:noFill/>
          <a:ln w="63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94437" y="1748009"/>
            <a:ext cx="2419007" cy="2419007"/>
          </a:xfrm>
          <a:custGeom>
            <a:avLst/>
            <a:gdLst/>
            <a:ahLst/>
            <a:cxnLst/>
            <a:rect l="0" t="0" r="0" b="0"/>
            <a:pathLst>
              <a:path w="2419007" h="2419007">
                <a:moveTo>
                  <a:pt x="2419007" y="2251014"/>
                </a:moveTo>
                <a:cubicBezTo>
                  <a:pt x="2419007" y="2343797"/>
                  <a:pt x="2343797" y="2419007"/>
                  <a:pt x="2251014" y="2419007"/>
                </a:cubicBezTo>
                <a:lnTo>
                  <a:pt x="167982" y="2419007"/>
                </a:lnTo>
                <a:cubicBezTo>
                  <a:pt x="75209" y="2419007"/>
                  <a:pt x="0" y="2343797"/>
                  <a:pt x="0" y="2251014"/>
                </a:cubicBezTo>
                <a:lnTo>
                  <a:pt x="0" y="316772"/>
                </a:lnTo>
                <a:cubicBezTo>
                  <a:pt x="0" y="234600"/>
                  <a:pt x="0" y="167982"/>
                  <a:pt x="0" y="167982"/>
                </a:cubicBezTo>
                <a:cubicBezTo>
                  <a:pt x="0" y="75209"/>
                  <a:pt x="75209" y="0"/>
                  <a:pt x="167982" y="0"/>
                </a:cubicBezTo>
                <a:lnTo>
                  <a:pt x="2419007" y="0"/>
                </a:lnTo>
                <a:lnTo>
                  <a:pt x="2419007" y="2251014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94437" y="1748009"/>
            <a:ext cx="2419003" cy="2419004"/>
          </a:xfrm>
          <a:custGeom>
            <a:avLst/>
            <a:gdLst/>
            <a:ahLst/>
            <a:cxnLst/>
            <a:rect l="0" t="0" r="0" b="0"/>
            <a:pathLst>
              <a:path w="2419003" h="2419004">
                <a:moveTo>
                  <a:pt x="0" y="167986"/>
                </a:moveTo>
                <a:cubicBezTo>
                  <a:pt x="0" y="75210"/>
                  <a:pt x="75210" y="0"/>
                  <a:pt x="167986" y="0"/>
                </a:cubicBezTo>
                <a:lnTo>
                  <a:pt x="1713460" y="0"/>
                </a:lnTo>
                <a:moveTo>
                  <a:pt x="2419003" y="705542"/>
                </a:moveTo>
                <a:cubicBezTo>
                  <a:pt x="2326350" y="705542"/>
                  <a:pt x="2234604" y="687293"/>
                  <a:pt x="2149004" y="651836"/>
                </a:cubicBezTo>
                <a:cubicBezTo>
                  <a:pt x="2063403" y="616379"/>
                  <a:pt x="1985625" y="564409"/>
                  <a:pt x="1920109" y="498894"/>
                </a:cubicBezTo>
                <a:cubicBezTo>
                  <a:pt x="1854593" y="433378"/>
                  <a:pt x="1802623" y="355600"/>
                  <a:pt x="1767166" y="269999"/>
                </a:cubicBezTo>
                <a:cubicBezTo>
                  <a:pt x="1731710" y="184399"/>
                  <a:pt x="1713460" y="92652"/>
                  <a:pt x="1713460" y="0"/>
                </a:cubicBezTo>
                <a:lnTo>
                  <a:pt x="2419003" y="0"/>
                </a:lnTo>
                <a:lnTo>
                  <a:pt x="2419003" y="167986"/>
                </a:lnTo>
                <a:moveTo>
                  <a:pt x="2419003" y="167986"/>
                </a:moveTo>
                <a:lnTo>
                  <a:pt x="2419003" y="2251017"/>
                </a:lnTo>
                <a:moveTo>
                  <a:pt x="0" y="2251017"/>
                </a:moveTo>
                <a:lnTo>
                  <a:pt x="0" y="167986"/>
                </a:lnTo>
                <a:moveTo>
                  <a:pt x="0" y="2251017"/>
                </a:moveTo>
                <a:cubicBezTo>
                  <a:pt x="0" y="2343794"/>
                  <a:pt x="75210" y="2419004"/>
                  <a:pt x="167986" y="2419004"/>
                </a:cubicBezTo>
                <a:lnTo>
                  <a:pt x="2251017" y="2419004"/>
                </a:lnTo>
                <a:cubicBezTo>
                  <a:pt x="2343793" y="2419004"/>
                  <a:pt x="2419003" y="2343794"/>
                  <a:pt x="2419003" y="2251017"/>
                </a:cubicBezTo>
              </a:path>
            </a:pathLst>
          </a:custGeom>
          <a:noFill/>
          <a:ln w="6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95229" y="2306566"/>
            <a:ext cx="1612668" cy="9525"/>
          </a:xfrm>
          <a:custGeom>
            <a:avLst/>
            <a:gdLst/>
            <a:ahLst/>
            <a:cxnLst/>
            <a:rect l="0" t="0" r="0" b="0"/>
            <a:pathLst>
              <a:path w="1612668" h="9525">
                <a:moveTo>
                  <a:pt x="0" y="0"/>
                </a:moveTo>
                <a:lnTo>
                  <a:pt x="1612668" y="0"/>
                </a:lnTo>
              </a:path>
            </a:pathLst>
          </a:custGeom>
          <a:solidFill>
            <a:srgbClr val="C1D8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95229" y="2306565"/>
            <a:ext cx="1612669" cy="9525"/>
          </a:xfrm>
          <a:custGeom>
            <a:avLst/>
            <a:gdLst/>
            <a:ahLst/>
            <a:cxnLst/>
            <a:rect l="0" t="0" r="0" b="0"/>
            <a:pathLst>
              <a:path w="1612669" h="9525">
                <a:moveTo>
                  <a:pt x="0" y="0"/>
                </a:moveTo>
                <a:lnTo>
                  <a:pt x="1612669" y="0"/>
                </a:lnTo>
              </a:path>
            </a:pathLst>
          </a:custGeom>
          <a:noFill/>
          <a:ln w="6300">
            <a:solidFill>
              <a:srgbClr val="F3F7F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95229" y="2453552"/>
            <a:ext cx="100791" cy="100791"/>
          </a:xfrm>
          <a:custGeom>
            <a:avLst/>
            <a:gdLst/>
            <a:ahLst/>
            <a:cxnLst/>
            <a:rect l="0" t="0" r="0" b="0"/>
            <a:pathLst>
              <a:path w="100791" h="100791">
                <a:moveTo>
                  <a:pt x="0" y="50395"/>
                </a:moveTo>
                <a:cubicBezTo>
                  <a:pt x="0" y="78228"/>
                  <a:pt x="22563" y="100791"/>
                  <a:pt x="50395" y="100791"/>
                </a:cubicBezTo>
                <a:cubicBezTo>
                  <a:pt x="78228" y="100791"/>
                  <a:pt x="100791" y="78228"/>
                  <a:pt x="100791" y="50395"/>
                </a:cubicBezTo>
                <a:cubicBezTo>
                  <a:pt x="100791" y="22563"/>
                  <a:pt x="78228" y="0"/>
                  <a:pt x="50395" y="0"/>
                </a:cubicBezTo>
                <a:cubicBezTo>
                  <a:pt x="22563" y="0"/>
                  <a:pt x="0" y="22563"/>
                  <a:pt x="0" y="50395"/>
                </a:cubicBezTo>
              </a:path>
            </a:pathLst>
          </a:custGeom>
          <a:noFill/>
          <a:ln w="63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95229" y="2806326"/>
            <a:ext cx="100791" cy="100791"/>
          </a:xfrm>
          <a:custGeom>
            <a:avLst/>
            <a:gdLst/>
            <a:ahLst/>
            <a:cxnLst/>
            <a:rect l="0" t="0" r="0" b="0"/>
            <a:pathLst>
              <a:path w="100791" h="100791">
                <a:moveTo>
                  <a:pt x="0" y="50395"/>
                </a:moveTo>
                <a:cubicBezTo>
                  <a:pt x="0" y="78228"/>
                  <a:pt x="22563" y="100791"/>
                  <a:pt x="50395" y="100791"/>
                </a:cubicBezTo>
                <a:cubicBezTo>
                  <a:pt x="78228" y="100791"/>
                  <a:pt x="100791" y="78228"/>
                  <a:pt x="100791" y="50395"/>
                </a:cubicBezTo>
                <a:cubicBezTo>
                  <a:pt x="100791" y="22563"/>
                  <a:pt x="78228" y="0"/>
                  <a:pt x="50395" y="0"/>
                </a:cubicBezTo>
                <a:cubicBezTo>
                  <a:pt x="22563" y="0"/>
                  <a:pt x="0" y="22563"/>
                  <a:pt x="0" y="50395"/>
                </a:cubicBezTo>
              </a:path>
            </a:pathLst>
          </a:custGeom>
          <a:noFill/>
          <a:ln w="63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395229" y="3159095"/>
            <a:ext cx="100791" cy="100791"/>
          </a:xfrm>
          <a:custGeom>
            <a:avLst/>
            <a:gdLst/>
            <a:ahLst/>
            <a:cxnLst/>
            <a:rect l="0" t="0" r="0" b="0"/>
            <a:pathLst>
              <a:path w="100791" h="100791">
                <a:moveTo>
                  <a:pt x="0" y="50395"/>
                </a:moveTo>
                <a:cubicBezTo>
                  <a:pt x="0" y="78228"/>
                  <a:pt x="22563" y="100791"/>
                  <a:pt x="50395" y="100791"/>
                </a:cubicBezTo>
                <a:cubicBezTo>
                  <a:pt x="78228" y="100791"/>
                  <a:pt x="100791" y="78228"/>
                  <a:pt x="100791" y="50395"/>
                </a:cubicBezTo>
                <a:cubicBezTo>
                  <a:pt x="100791" y="22563"/>
                  <a:pt x="78228" y="0"/>
                  <a:pt x="50395" y="0"/>
                </a:cubicBezTo>
                <a:cubicBezTo>
                  <a:pt x="22563" y="0"/>
                  <a:pt x="0" y="22563"/>
                  <a:pt x="0" y="50395"/>
                </a:cubicBezTo>
              </a:path>
            </a:pathLst>
          </a:custGeom>
          <a:noFill/>
          <a:ln w="63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15863" y="2403160"/>
            <a:ext cx="1080313" cy="1511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22403B"/>
                </a:solidFill>
                <a:latin typeface="Roboto"/>
              </a:rPr>
              <a:t>Time-consuming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5550" y="2428893"/>
            <a:ext cx="753212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22403B"/>
                </a:solidFill>
                <a:latin typeface="Roboto"/>
              </a:rPr>
              <a:t>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483" y="2403160"/>
            <a:ext cx="1194506" cy="1511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22403B"/>
                </a:solidFill>
                <a:latin typeface="Roboto"/>
              </a:rPr>
              <a:t>Systematic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483" y="2755929"/>
            <a:ext cx="1160275" cy="1511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22403B"/>
                </a:solidFill>
                <a:latin typeface="Roboto"/>
              </a:rPr>
              <a:t>Repeated 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204" y="371475"/>
            <a:ext cx="550727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3100" b="1">
                <a:solidFill>
                  <a:srgbClr val="22403B"/>
                </a:solidFill>
                <a:latin typeface="Roboto Slab"/>
              </a:rPr>
              <a:t>Challenges &amp; Resolutions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5863" y="2755929"/>
            <a:ext cx="1190255" cy="1511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22403B"/>
                </a:solidFill>
                <a:latin typeface="Roboto"/>
              </a:rPr>
              <a:t>Requires expertise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4279" y="1949597"/>
            <a:ext cx="340113" cy="1511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 Slab"/>
              </a:rPr>
              <a:t>Cons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483" y="3108703"/>
            <a:ext cx="878490" cy="1511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22403B"/>
                </a:solidFill>
                <a:latin typeface="Roboto"/>
              </a:rPr>
              <a:t>CIDR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900" y="1949597"/>
            <a:ext cx="309300" cy="1511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22403B"/>
                </a:solidFill>
                <a:latin typeface="Roboto Slab"/>
              </a:rPr>
              <a:t>Pros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5863" y="3108703"/>
            <a:ext cx="1205733" cy="1511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22403B"/>
                </a:solidFill>
                <a:latin typeface="Roboto"/>
              </a:rPr>
              <a:t>Potential for errors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23200" y="1862521"/>
            <a:ext cx="375731" cy="375731"/>
          </a:xfrm>
          <a:custGeom>
            <a:avLst/>
            <a:gdLst/>
            <a:ahLst/>
            <a:cxnLst/>
            <a:rect l="0" t="0" r="0" b="0"/>
            <a:pathLst>
              <a:path w="375731" h="375731">
                <a:moveTo>
                  <a:pt x="112271" y="187865"/>
                </a:moveTo>
                <a:lnTo>
                  <a:pt x="6557" y="293579"/>
                </a:lnTo>
                <a:cubicBezTo>
                  <a:pt x="0" y="300139"/>
                  <a:pt x="0" y="310772"/>
                  <a:pt x="6557" y="317332"/>
                </a:cubicBezTo>
                <a:lnTo>
                  <a:pt x="58398" y="369173"/>
                </a:lnTo>
                <a:cubicBezTo>
                  <a:pt x="64958" y="375731"/>
                  <a:pt x="75591" y="375731"/>
                  <a:pt x="82151" y="369173"/>
                </a:cubicBezTo>
                <a:lnTo>
                  <a:pt x="187865" y="263459"/>
                </a:lnTo>
                <a:lnTo>
                  <a:pt x="293579" y="369173"/>
                </a:lnTo>
                <a:cubicBezTo>
                  <a:pt x="300139" y="375731"/>
                  <a:pt x="310772" y="375731"/>
                  <a:pt x="317332" y="369173"/>
                </a:cubicBezTo>
                <a:lnTo>
                  <a:pt x="369173" y="317332"/>
                </a:lnTo>
                <a:cubicBezTo>
                  <a:pt x="375731" y="310772"/>
                  <a:pt x="375731" y="300139"/>
                  <a:pt x="369173" y="293579"/>
                </a:cubicBezTo>
                <a:lnTo>
                  <a:pt x="263459" y="187865"/>
                </a:lnTo>
                <a:lnTo>
                  <a:pt x="369173" y="82151"/>
                </a:lnTo>
                <a:cubicBezTo>
                  <a:pt x="375731" y="75591"/>
                  <a:pt x="375731" y="64958"/>
                  <a:pt x="369173" y="58398"/>
                </a:cubicBezTo>
                <a:lnTo>
                  <a:pt x="317332" y="6557"/>
                </a:lnTo>
                <a:cubicBezTo>
                  <a:pt x="310772" y="0"/>
                  <a:pt x="300139" y="0"/>
                  <a:pt x="293579" y="6557"/>
                </a:cubicBezTo>
                <a:lnTo>
                  <a:pt x="187865" y="112271"/>
                </a:lnTo>
                <a:lnTo>
                  <a:pt x="82151" y="6557"/>
                </a:lnTo>
                <a:cubicBezTo>
                  <a:pt x="75591" y="0"/>
                  <a:pt x="64958" y="0"/>
                  <a:pt x="58398" y="6557"/>
                </a:cubicBezTo>
                <a:lnTo>
                  <a:pt x="6557" y="58398"/>
                </a:lnTo>
                <a:cubicBezTo>
                  <a:pt x="0" y="64958"/>
                  <a:pt x="0" y="75591"/>
                  <a:pt x="6557" y="82151"/>
                </a:cubicBezTo>
                <a:close/>
              </a:path>
            </a:pathLst>
          </a:custGeom>
          <a:noFill/>
          <a:ln w="63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4483" y="3461477"/>
            <a:ext cx="857273" cy="1511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22403B"/>
                </a:solidFill>
                <a:latin typeface="Roboto"/>
              </a:rPr>
              <a:t>Cable checks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94568" y="1915948"/>
            <a:ext cx="388351" cy="327672"/>
          </a:xfrm>
          <a:custGeom>
            <a:avLst/>
            <a:gdLst/>
            <a:ahLst/>
            <a:cxnLst/>
            <a:rect l="0" t="0" r="0" b="0"/>
            <a:pathLst>
              <a:path w="388351" h="327672">
                <a:moveTo>
                  <a:pt x="7813" y="195753"/>
                </a:moveTo>
                <a:cubicBezTo>
                  <a:pt x="0" y="203669"/>
                  <a:pt x="0" y="216395"/>
                  <a:pt x="7813" y="224311"/>
                </a:cubicBezTo>
                <a:lnTo>
                  <a:pt x="105245" y="321743"/>
                </a:lnTo>
                <a:cubicBezTo>
                  <a:pt x="109027" y="325538"/>
                  <a:pt x="114165" y="327672"/>
                  <a:pt x="119524" y="327672"/>
                </a:cubicBezTo>
                <a:cubicBezTo>
                  <a:pt x="124882" y="327672"/>
                  <a:pt x="130020" y="325538"/>
                  <a:pt x="133803" y="321743"/>
                </a:cubicBezTo>
                <a:lnTo>
                  <a:pt x="382422" y="73123"/>
                </a:lnTo>
                <a:cubicBezTo>
                  <a:pt x="386218" y="69341"/>
                  <a:pt x="388351" y="64203"/>
                  <a:pt x="388351" y="58844"/>
                </a:cubicBezTo>
                <a:cubicBezTo>
                  <a:pt x="388351" y="53486"/>
                  <a:pt x="386218" y="48348"/>
                  <a:pt x="382422" y="44565"/>
                </a:cubicBezTo>
                <a:lnTo>
                  <a:pt x="343786" y="5928"/>
                </a:lnTo>
                <a:cubicBezTo>
                  <a:pt x="340003" y="2133"/>
                  <a:pt x="334865" y="0"/>
                  <a:pt x="329507" y="0"/>
                </a:cubicBezTo>
                <a:cubicBezTo>
                  <a:pt x="324148" y="0"/>
                  <a:pt x="319010" y="2133"/>
                  <a:pt x="315228" y="5928"/>
                </a:cubicBezTo>
                <a:lnTo>
                  <a:pt x="119524" y="201633"/>
                </a:lnTo>
                <a:lnTo>
                  <a:pt x="75007" y="157116"/>
                </a:lnTo>
                <a:cubicBezTo>
                  <a:pt x="67091" y="149303"/>
                  <a:pt x="54366" y="149303"/>
                  <a:pt x="46450" y="157116"/>
                </a:cubicBezTo>
                <a:close/>
              </a:path>
            </a:pathLst>
          </a:custGeom>
          <a:noFill/>
          <a:ln w="6300">
            <a:solidFill>
              <a:srgbClr val="22403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4483" y="3814246"/>
            <a:ext cx="1012673" cy="1511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22403B"/>
                </a:solidFill>
                <a:latin typeface="Roboto"/>
              </a:rPr>
              <a:t>Interface status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6305550" y="2771794"/>
            <a:ext cx="2426846" cy="714335"/>
            <a:chOff x="6305550" y="2771794"/>
            <a:chExt cx="2426846" cy="714335"/>
          </a:xfrm>
        </p:grpSpPr>
        <p:sp>
          <p:nvSpPr>
            <p:cNvPr id="32" name="TextBox 31"/>
            <p:cNvSpPr txBox="1"/>
            <p:nvPr/>
          </p:nvSpPr>
          <p:spPr>
            <a:xfrm>
              <a:off x="6305550" y="2771794"/>
              <a:ext cx="2790872" cy="142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22403B"/>
                  </a:solidFill>
                  <a:latin typeface="Roboto"/>
                </a:rPr>
                <a:t>Subnetting: Resolved through repeated calculation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305550" y="2914669"/>
              <a:ext cx="2790872" cy="142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22403B"/>
                  </a:solidFill>
                  <a:latin typeface="Roboto"/>
                </a:rPr>
                <a:t>practice and CIDR analysis. CLI Interpretation: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305550" y="3057544"/>
              <a:ext cx="2790872" cy="142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22403B"/>
                  </a:solidFill>
                  <a:latin typeface="Roboto"/>
                </a:rPr>
                <a:t>Gained proficiency in reading DHCP and DNS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305550" y="3200419"/>
              <a:ext cx="2790872" cy="142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22403B"/>
                  </a:solidFill>
                  <a:latin typeface="Roboto"/>
                </a:rPr>
                <a:t>server details. Connectivity: Resolved through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305550" y="3343294"/>
              <a:ext cx="2790872" cy="1428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800" b="0">
                  <a:solidFill>
                    <a:srgbClr val="22403B"/>
                  </a:solidFill>
                  <a:latin typeface="Roboto"/>
                </a:rPr>
                <a:t>systematic cable and interface status checks.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0525" y="1295400"/>
            <a:ext cx="817149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22403B"/>
                </a:solidFill>
                <a:latin typeface="Roboto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53486" y="1295400"/>
            <a:ext cx="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endParaRPr/>
          </a:p>
        </p:txBody>
      </p:sp>
      <p:grpSp>
        <p:nvGrpSpPr>
          <p:cNvPr id="6" name="Group 5"/>
          <p:cNvGrpSpPr/>
          <p:nvPr/>
        </p:nvGrpSpPr>
        <p:grpSpPr>
          <a:xfrm>
            <a:off x="390525" y="1542059"/>
            <a:ext cx="7978016" cy="1889482"/>
            <a:chOff x="390525" y="1542059"/>
            <a:chExt cx="7978016" cy="1889482"/>
          </a:xfrm>
        </p:grpSpPr>
        <p:sp>
          <p:nvSpPr>
            <p:cNvPr id="4" name="TextBox 3"/>
            <p:cNvSpPr txBox="1"/>
            <p:nvPr/>
          </p:nvSpPr>
          <p:spPr>
            <a:xfrm>
              <a:off x="390525" y="1542059"/>
              <a:ext cx="9174718" cy="9447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400" b="1">
                  <a:solidFill>
                    <a:srgbClr val="22403B"/>
                  </a:solidFill>
                  <a:latin typeface="Roboto Slab"/>
                </a:rPr>
                <a:t>Foundation for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90525" y="2486843"/>
              <a:ext cx="9174718" cy="9446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400" b="1">
                  <a:solidFill>
                    <a:srgbClr val="22403B"/>
                  </a:solidFill>
                  <a:latin typeface="Roboto Slab"/>
                </a:rPr>
                <a:t>Network Security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90525" y="3600450"/>
            <a:ext cx="3298155" cy="342900"/>
            <a:chOff x="390525" y="3600450"/>
            <a:chExt cx="3298155" cy="342900"/>
          </a:xfrm>
        </p:grpSpPr>
        <p:sp>
          <p:nvSpPr>
            <p:cNvPr id="7" name="TextBox 6"/>
            <p:cNvSpPr txBox="1"/>
            <p:nvPr/>
          </p:nvSpPr>
          <p:spPr>
            <a:xfrm>
              <a:off x="390525" y="3600450"/>
              <a:ext cx="3792878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22403B"/>
                  </a:solidFill>
                  <a:latin typeface="Roboto"/>
                </a:rPr>
                <a:t>Integrating networking theory with practical CLI and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90525" y="3771900"/>
              <a:ext cx="3792878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22403B"/>
                  </a:solidFill>
                  <a:latin typeface="Roboto"/>
                </a:rPr>
                <a:t>simulation tasks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700</Words>
  <Application>Microsoft Office PowerPoint</Application>
  <PresentationFormat>On-screen Show (16:9)</PresentationFormat>
  <Paragraphs>216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Roboto</vt:lpstr>
      <vt:lpstr>Roboto Slab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Jenifa Jasmine</dc:creator>
  <cp:keywords/>
  <dc:description>generated using python-pptx</dc:description>
  <cp:lastModifiedBy>Jenifa Jasmine</cp:lastModifiedBy>
  <cp:revision>2</cp:revision>
  <dcterms:created xsi:type="dcterms:W3CDTF">2013-01-27T09:14:16Z</dcterms:created>
  <dcterms:modified xsi:type="dcterms:W3CDTF">2026-09-05T10:08:15Z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pkinAIOrigin">
    <vt:lpwstr>http://cv.iptc.org/newscodes/digitalsourcetype/compositeWithTrainedAlgorithmicMedia</vt:lpwstr>
  </property>
  <property fmtid="{D5CDD505-2E9C-101B-9397-08002B2CF9AE}" pid="3" name="NapkinAIOriginGenerator">
    <vt:lpwstr>Napkin AI</vt:lpwstr>
  </property>
  <property fmtid="{D5CDD505-2E9C-101B-9397-08002B2CF9AE}" pid="4" name="NapkinAIOriginVersion">
    <vt:lpwstr>napkin-ai-origin-v1</vt:lpwstr>
  </property>
</Properties>
</file>